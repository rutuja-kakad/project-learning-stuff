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4.xml" ContentType="application/vnd.openxmlformats-officedocument.them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9" r:id="rId5"/>
    <p:sldMasterId id="2147483691" r:id="rId6"/>
    <p:sldMasterId id="2147483697" r:id="rId7"/>
  </p:sldMasterIdLst>
  <p:notesMasterIdLst>
    <p:notesMasterId r:id="rId9"/>
  </p:notesMasterIdLst>
  <p:sldIdLst>
    <p:sldId id="4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FE176-3E79-41B5-ADCD-7859622CF846}" v="10" dt="2025-08-19T12:29:50.1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kad, Rutuja Dilip" userId="3ff9f0d0-d6ff-4ebd-bbe9-1b93737a3bd0" providerId="ADAL" clId="{977FE176-3E79-41B5-ADCD-7859622CF846}"/>
    <pc:docChg chg="undo custSel modSld">
      <pc:chgData name="Kakad, Rutuja Dilip" userId="3ff9f0d0-d6ff-4ebd-bbe9-1b93737a3bd0" providerId="ADAL" clId="{977FE176-3E79-41B5-ADCD-7859622CF846}" dt="2025-08-19T12:30:37.679" v="126" actId="20577"/>
      <pc:docMkLst>
        <pc:docMk/>
      </pc:docMkLst>
      <pc:sldChg chg="addSp delSp modSp mod">
        <pc:chgData name="Kakad, Rutuja Dilip" userId="3ff9f0d0-d6ff-4ebd-bbe9-1b93737a3bd0" providerId="ADAL" clId="{977FE176-3E79-41B5-ADCD-7859622CF846}" dt="2025-08-19T12:30:37.679" v="126" actId="20577"/>
        <pc:sldMkLst>
          <pc:docMk/>
          <pc:sldMk cId="3725858314" sldId="476"/>
        </pc:sldMkLst>
        <pc:spChg chg="mod">
          <ac:chgData name="Kakad, Rutuja Dilip" userId="3ff9f0d0-d6ff-4ebd-bbe9-1b93737a3bd0" providerId="ADAL" clId="{977FE176-3E79-41B5-ADCD-7859622CF846}" dt="2025-08-19T12:26:39.384" v="88" actId="20577"/>
          <ac:spMkLst>
            <pc:docMk/>
            <pc:sldMk cId="3725858314" sldId="476"/>
            <ac:spMk id="6" creationId="{00000000-0000-0000-0000-000000000000}"/>
          </ac:spMkLst>
        </pc:spChg>
        <pc:spChg chg="mod">
          <ac:chgData name="Kakad, Rutuja Dilip" userId="3ff9f0d0-d6ff-4ebd-bbe9-1b93737a3bd0" providerId="ADAL" clId="{977FE176-3E79-41B5-ADCD-7859622CF846}" dt="2025-08-19T12:21:58.486" v="36" actId="1076"/>
          <ac:spMkLst>
            <pc:docMk/>
            <pc:sldMk cId="3725858314" sldId="476"/>
            <ac:spMk id="8" creationId="{00000000-0000-0000-0000-000000000000}"/>
          </ac:spMkLst>
        </pc:spChg>
        <pc:spChg chg="add mod">
          <ac:chgData name="Kakad, Rutuja Dilip" userId="3ff9f0d0-d6ff-4ebd-bbe9-1b93737a3bd0" providerId="ADAL" clId="{977FE176-3E79-41B5-ADCD-7859622CF846}" dt="2025-08-19T12:24:41.905" v="63" actId="1076"/>
          <ac:spMkLst>
            <pc:docMk/>
            <pc:sldMk cId="3725858314" sldId="476"/>
            <ac:spMk id="15" creationId="{32443EAE-45E8-3BE9-394B-CD8309398666}"/>
          </ac:spMkLst>
        </pc:spChg>
        <pc:spChg chg="add mod">
          <ac:chgData name="Kakad, Rutuja Dilip" userId="3ff9f0d0-d6ff-4ebd-bbe9-1b93737a3bd0" providerId="ADAL" clId="{977FE176-3E79-41B5-ADCD-7859622CF846}" dt="2025-08-19T12:29:50.112" v="95"/>
          <ac:spMkLst>
            <pc:docMk/>
            <pc:sldMk cId="3725858314" sldId="476"/>
            <ac:spMk id="16" creationId="{35D85743-E4DB-3FD8-EBAD-FE231AFE64F0}"/>
          </ac:spMkLst>
        </pc:spChg>
        <pc:spChg chg="mod">
          <ac:chgData name="Kakad, Rutuja Dilip" userId="3ff9f0d0-d6ff-4ebd-bbe9-1b93737a3bd0" providerId="ADAL" clId="{977FE176-3E79-41B5-ADCD-7859622CF846}" dt="2025-08-19T12:30:37.679" v="126" actId="20577"/>
          <ac:spMkLst>
            <pc:docMk/>
            <pc:sldMk cId="3725858314" sldId="476"/>
            <ac:spMk id="17" creationId="{00000000-0000-0000-0000-000000000000}"/>
          </ac:spMkLst>
        </pc:spChg>
        <pc:spChg chg="add mod">
          <ac:chgData name="Kakad, Rutuja Dilip" userId="3ff9f0d0-d6ff-4ebd-bbe9-1b93737a3bd0" providerId="ADAL" clId="{977FE176-3E79-41B5-ADCD-7859622CF846}" dt="2025-08-19T12:29:24.895" v="91" actId="21"/>
          <ac:spMkLst>
            <pc:docMk/>
            <pc:sldMk cId="3725858314" sldId="476"/>
            <ac:spMk id="18" creationId="{E65237BD-ED56-9F0D-AD0E-910AD54CABA4}"/>
          </ac:spMkLst>
        </pc:spChg>
        <pc:spChg chg="mod">
          <ac:chgData name="Kakad, Rutuja Dilip" userId="3ff9f0d0-d6ff-4ebd-bbe9-1b93737a3bd0" providerId="ADAL" clId="{977FE176-3E79-41B5-ADCD-7859622CF846}" dt="2025-08-19T12:25:08.426" v="65" actId="1076"/>
          <ac:spMkLst>
            <pc:docMk/>
            <pc:sldMk cId="3725858314" sldId="476"/>
            <ac:spMk id="19" creationId="{00000000-0000-0000-0000-000000000000}"/>
          </ac:spMkLst>
        </pc:spChg>
        <pc:spChg chg="mod">
          <ac:chgData name="Kakad, Rutuja Dilip" userId="3ff9f0d0-d6ff-4ebd-bbe9-1b93737a3bd0" providerId="ADAL" clId="{977FE176-3E79-41B5-ADCD-7859622CF846}" dt="2025-08-19T12:23:57.042" v="52" actId="1076"/>
          <ac:spMkLst>
            <pc:docMk/>
            <pc:sldMk cId="3725858314" sldId="476"/>
            <ac:spMk id="20" creationId="{00000000-0000-0000-0000-000000000000}"/>
          </ac:spMkLst>
        </pc:spChg>
        <pc:spChg chg="mod">
          <ac:chgData name="Kakad, Rutuja Dilip" userId="3ff9f0d0-d6ff-4ebd-bbe9-1b93737a3bd0" providerId="ADAL" clId="{977FE176-3E79-41B5-ADCD-7859622CF846}" dt="2025-08-19T12:24:24.229" v="62" actId="20577"/>
          <ac:spMkLst>
            <pc:docMk/>
            <pc:sldMk cId="3725858314" sldId="476"/>
            <ac:spMk id="31" creationId="{00000000-0000-0000-0000-000000000000}"/>
          </ac:spMkLst>
        </pc:spChg>
        <pc:spChg chg="mod">
          <ac:chgData name="Kakad, Rutuja Dilip" userId="3ff9f0d0-d6ff-4ebd-bbe9-1b93737a3bd0" providerId="ADAL" clId="{977FE176-3E79-41B5-ADCD-7859622CF846}" dt="2025-08-19T12:23:57.042" v="52" actId="1076"/>
          <ac:spMkLst>
            <pc:docMk/>
            <pc:sldMk cId="3725858314" sldId="476"/>
            <ac:spMk id="32" creationId="{00000000-0000-0000-0000-000000000000}"/>
          </ac:spMkLst>
        </pc:spChg>
        <pc:grpChg chg="mod">
          <ac:chgData name="Kakad, Rutuja Dilip" userId="3ff9f0d0-d6ff-4ebd-bbe9-1b93737a3bd0" providerId="ADAL" clId="{977FE176-3E79-41B5-ADCD-7859622CF846}" dt="2025-08-19T12:23:57.042" v="52" actId="1076"/>
          <ac:grpSpMkLst>
            <pc:docMk/>
            <pc:sldMk cId="3725858314" sldId="476"/>
            <ac:grpSpMk id="2" creationId="{DB278314-04B8-40A1-9011-0B3A100C281C}"/>
          </ac:grpSpMkLst>
        </pc:grpChg>
        <pc:graphicFrameChg chg="modGraphic">
          <ac:chgData name="Kakad, Rutuja Dilip" userId="3ff9f0d0-d6ff-4ebd-bbe9-1b93737a3bd0" providerId="ADAL" clId="{977FE176-3E79-41B5-ADCD-7859622CF846}" dt="2025-08-19T12:23:49.701" v="51" actId="14100"/>
          <ac:graphicFrameMkLst>
            <pc:docMk/>
            <pc:sldMk cId="3725858314" sldId="476"/>
            <ac:graphicFrameMk id="30" creationId="{00000000-0000-0000-0000-000000000000}"/>
          </ac:graphicFrameMkLst>
        </pc:graphicFrameChg>
        <pc:picChg chg="add del">
          <ac:chgData name="Kakad, Rutuja Dilip" userId="3ff9f0d0-d6ff-4ebd-bbe9-1b93737a3bd0" providerId="ADAL" clId="{977FE176-3E79-41B5-ADCD-7859622CF846}" dt="2025-08-19T12:18:38.161" v="5" actId="22"/>
          <ac:picMkLst>
            <pc:docMk/>
            <pc:sldMk cId="3725858314" sldId="476"/>
            <ac:picMk id="10" creationId="{817B1CCD-1B96-D69B-75B5-F08D66B4955E}"/>
          </ac:picMkLst>
        </pc:picChg>
        <pc:picChg chg="add del">
          <ac:chgData name="Kakad, Rutuja Dilip" userId="3ff9f0d0-d6ff-4ebd-bbe9-1b93737a3bd0" providerId="ADAL" clId="{977FE176-3E79-41B5-ADCD-7859622CF846}" dt="2025-08-19T12:18:40.122" v="7" actId="22"/>
          <ac:picMkLst>
            <pc:docMk/>
            <pc:sldMk cId="3725858314" sldId="476"/>
            <ac:picMk id="12" creationId="{D63157FA-B47B-E118-80D5-7466F7E69803}"/>
          </ac:picMkLst>
        </pc:picChg>
        <pc:picChg chg="add del">
          <ac:chgData name="Kakad, Rutuja Dilip" userId="3ff9f0d0-d6ff-4ebd-bbe9-1b93737a3bd0" providerId="ADAL" clId="{977FE176-3E79-41B5-ADCD-7859622CF846}" dt="2025-08-19T12:18:46.138" v="9" actId="22"/>
          <ac:picMkLst>
            <pc:docMk/>
            <pc:sldMk cId="3725858314" sldId="476"/>
            <ac:picMk id="14" creationId="{D2BE631A-7B0B-B32B-EB3B-C7E364DC763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64EADF-26F7-4313-8EEA-B8C546C5414E}" type="datetimeFigureOut">
              <a:rPr lang="en-IN" smtClean="0"/>
              <a:t>19-08-2025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781E03-6F98-4FA0-931D-314D3964C8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84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781E03-6F98-4FA0-931D-314D3964C821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65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4.jpe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5.jpe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6.jpeg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15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5" Type="http://schemas.openxmlformats.org/officeDocument/2006/relationships/image" Target="../media/image16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5" Type="http://schemas.openxmlformats.org/officeDocument/2006/relationships/image" Target="../media/image17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18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5" Type="http://schemas.openxmlformats.org/officeDocument/2006/relationships/image" Target="../media/image19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5" Type="http://schemas.openxmlformats.org/officeDocument/2006/relationships/image" Target="../media/image20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5" Type="http://schemas.openxmlformats.org/officeDocument/2006/relationships/image" Target="../media/image21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27.emf"/><Relationship Id="rId5" Type="http://schemas.openxmlformats.org/officeDocument/2006/relationships/image" Target="../media/image26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5" Type="http://schemas.openxmlformats.org/officeDocument/2006/relationships/image" Target="../media/image28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37.xml"/><Relationship Id="rId4" Type="http://schemas.openxmlformats.org/officeDocument/2006/relationships/image" Target="../media/image30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8.bin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33.sv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31.png"/><Relationship Id="rId5" Type="http://schemas.openxmlformats.org/officeDocument/2006/relationships/image" Target="../media/image30.emf"/><Relationship Id="rId4" Type="http://schemas.openxmlformats.org/officeDocument/2006/relationships/oleObject" Target="../embeddings/oleObject8.bin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32.sv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31.png"/><Relationship Id="rId5" Type="http://schemas.openxmlformats.org/officeDocument/2006/relationships/image" Target="../media/image30.emf"/><Relationship Id="rId4" Type="http://schemas.openxmlformats.org/officeDocument/2006/relationships/oleObject" Target="../embeddings/oleObject8.bin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50.xml"/><Relationship Id="rId4" Type="http://schemas.openxmlformats.org/officeDocument/2006/relationships/image" Target="../media/image30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image" Target="../media/image30.emf"/><Relationship Id="rId4" Type="http://schemas.openxmlformats.org/officeDocument/2006/relationships/oleObject" Target="../embeddings/oleObject8.bin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32.svg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image" Target="../media/image31.png"/><Relationship Id="rId5" Type="http://schemas.openxmlformats.org/officeDocument/2006/relationships/image" Target="../media/image30.emf"/><Relationship Id="rId4" Type="http://schemas.openxmlformats.org/officeDocument/2006/relationships/oleObject" Target="../embeddings/oleObject8.bin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7" Type="http://schemas.openxmlformats.org/officeDocument/2006/relationships/image" Target="../media/image32.sv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image" Target="../media/image31.png"/><Relationship Id="rId5" Type="http://schemas.openxmlformats.org/officeDocument/2006/relationships/image" Target="../media/image30.emf"/><Relationship Id="rId4" Type="http://schemas.openxmlformats.org/officeDocument/2006/relationships/oleObject" Target="../embeddings/oleObject8.bin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D98F25-A8FB-CB4E-8B80-D946E8E198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6426" y="779384"/>
            <a:ext cx="10806426" cy="6078615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2849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" t="61507" r="727" b="419"/>
          <a:stretch/>
        </p:blipFill>
        <p:spPr>
          <a:xfrm>
            <a:off x="0" y="4159249"/>
            <a:ext cx="12192000" cy="2698751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>
            <a:off x="227348" y="6650661"/>
            <a:ext cx="11700652" cy="123111"/>
            <a:chOff x="227348" y="6650661"/>
            <a:chExt cx="11700652" cy="123111"/>
          </a:xfrm>
        </p:grpSpPr>
        <p:sp>
          <p:nvSpPr>
            <p:cNvPr id="7" name="Retângulo 43">
              <a:extLst>
                <a:ext uri="{FF2B5EF4-FFF2-40B4-BE49-F238E27FC236}">
                  <a16:creationId xmlns:a16="http://schemas.microsoft.com/office/drawing/2014/main" id="{25FC8637-25BD-4C09-AF25-56B4243DAB3D}"/>
                </a:ext>
              </a:extLst>
            </p:cNvPr>
            <p:cNvSpPr/>
            <p:nvPr/>
          </p:nvSpPr>
          <p:spPr>
            <a:xfrm>
              <a:off x="11751669" y="6650661"/>
              <a:ext cx="176331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r"/>
              <a:fld id="{0502E5A9-B53C-401E-A0E0-4A359BB0A9E5}" type="slidenum">
                <a:rPr lang="en-US" sz="800" smtClean="0">
                  <a:solidFill>
                    <a:schemeClr val="bg1"/>
                  </a:solidFill>
                  <a:cs typeface="Arial" panose="020B0604020202020204" pitchFamily="34" charset="0"/>
                </a:rPr>
                <a:pPr algn="r"/>
                <a:t>‹#›</a:t>
              </a:fld>
              <a:endParaRPr lang="en-US" sz="80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9017223" y="6650661"/>
              <a:ext cx="2664297" cy="123111"/>
            </a:xfrm>
            <a:prstGeom prst="rect">
              <a:avLst/>
            </a:prstGeom>
          </p:spPr>
          <p:txBody>
            <a:bodyPr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>
                  <a:solidFill>
                    <a:schemeClr val="bg1"/>
                  </a:solidFill>
                </a:rPr>
                <a:t>© </a:t>
              </a:r>
              <a:r>
                <a:rPr lang="en-US" err="1">
                  <a:solidFill>
                    <a:schemeClr val="bg1"/>
                  </a:solidFill>
                </a:rPr>
                <a:t>Capgemini</a:t>
              </a:r>
              <a:r>
                <a:rPr lang="en-US">
                  <a:solidFill>
                    <a:schemeClr val="bg1"/>
                  </a:solidFill>
                </a:rPr>
                <a:t> 2020. All rights reserved  |</a:t>
              </a:r>
            </a:p>
          </p:txBody>
        </p:sp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227348" y="6650661"/>
              <a:ext cx="4716524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</a:rPr>
                <a:t>Presentation Title | Author | 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2802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e 1">
            <a:extLst>
              <a:ext uri="{FF2B5EF4-FFF2-40B4-BE49-F238E27FC236}">
                <a16:creationId xmlns:a16="http://schemas.microsoft.com/office/drawing/2014/main" id="{F3250CEF-8CB5-8C48-8C9F-B3E8672FE563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E185CCF0-C035-3047-BB2C-6E77FEBBCA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FB888B16-15FE-654A-B56D-EE14659E67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50F3E4B-56FF-F442-A85C-8C91BE95E0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20B63A4-D394-654D-9A69-9832FBC70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349" y="0"/>
            <a:ext cx="4356651" cy="11049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Table of Contents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821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e 1">
            <a:extLst>
              <a:ext uri="{FF2B5EF4-FFF2-40B4-BE49-F238E27FC236}">
                <a16:creationId xmlns:a16="http://schemas.microsoft.com/office/drawing/2014/main" id="{F3250CEF-8CB5-8C48-8C9F-B3E8672FE563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E185CCF0-C035-3047-BB2C-6E77FEBBCA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FB888B16-15FE-654A-B56D-EE14659E67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50F3E4B-56FF-F442-A85C-8C91BE95E0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20B63A4-D394-654D-9A69-9832FBC70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349" y="0"/>
            <a:ext cx="4356651" cy="11049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Table of Contents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13195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Groupe 1">
            <a:extLst>
              <a:ext uri="{FF2B5EF4-FFF2-40B4-BE49-F238E27FC236}">
                <a16:creationId xmlns:a16="http://schemas.microsoft.com/office/drawing/2014/main" id="{F3250CEF-8CB5-8C48-8C9F-B3E8672FE563}"/>
              </a:ext>
            </a:extLst>
          </p:cNvPr>
          <p:cNvGrpSpPr/>
          <p:nvPr userDrawn="1"/>
        </p:nvGrpSpPr>
        <p:grpSpPr>
          <a:xfrm>
            <a:off x="11501102" y="171573"/>
            <a:ext cx="419436" cy="388988"/>
            <a:chOff x="11501102" y="171573"/>
            <a:chExt cx="419436" cy="388988"/>
          </a:xfrm>
        </p:grpSpPr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E185CCF0-C035-3047-BB2C-6E77FEBBCA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644642" y="334376"/>
              <a:ext cx="275896" cy="226185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8" y="43"/>
                </a:cxn>
                <a:cxn ang="0">
                  <a:pos x="141" y="0"/>
                </a:cxn>
                <a:cxn ang="0">
                  <a:pos x="49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6"/>
                </a:cxn>
                <a:cxn ang="0">
                  <a:pos x="125" y="107"/>
                </a:cxn>
              </a:cxnLst>
              <a:rect l="0" t="0" r="r" b="b"/>
              <a:pathLst>
                <a:path w="188" h="154">
                  <a:moveTo>
                    <a:pt x="125" y="107"/>
                  </a:moveTo>
                  <a:cubicBezTo>
                    <a:pt x="160" y="107"/>
                    <a:pt x="188" y="78"/>
                    <a:pt x="188" y="43"/>
                  </a:cubicBezTo>
                  <a:cubicBezTo>
                    <a:pt x="186" y="28"/>
                    <a:pt x="181" y="0"/>
                    <a:pt x="141" y="0"/>
                  </a:cubicBezTo>
                  <a:cubicBezTo>
                    <a:pt x="99" y="0"/>
                    <a:pt x="84" y="60"/>
                    <a:pt x="49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6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FB888B16-15FE-654A-B56D-EE14659E67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501102" y="171573"/>
              <a:ext cx="419436" cy="356676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1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7" y="210"/>
                </a:cxn>
                <a:cxn ang="0">
                  <a:pos x="239" y="111"/>
                </a:cxn>
                <a:cxn ang="0">
                  <a:pos x="286" y="154"/>
                </a:cxn>
                <a:cxn ang="0">
                  <a:pos x="286" y="152"/>
                </a:cxn>
              </a:cxnLst>
              <a:rect l="0" t="0" r="r" b="b"/>
              <a:pathLst>
                <a:path w="286" h="243">
                  <a:moveTo>
                    <a:pt x="286" y="152"/>
                  </a:moveTo>
                  <a:cubicBezTo>
                    <a:pt x="286" y="112"/>
                    <a:pt x="266" y="78"/>
                    <a:pt x="237" y="51"/>
                  </a:cubicBezTo>
                  <a:cubicBezTo>
                    <a:pt x="215" y="30"/>
                    <a:pt x="188" y="15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4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6" y="222"/>
                    <a:pt x="147" y="210"/>
                  </a:cubicBezTo>
                  <a:cubicBezTo>
                    <a:pt x="182" y="171"/>
                    <a:pt x="197" y="111"/>
                    <a:pt x="239" y="111"/>
                  </a:cubicBezTo>
                  <a:cubicBezTo>
                    <a:pt x="279" y="111"/>
                    <a:pt x="284" y="139"/>
                    <a:pt x="286" y="154"/>
                  </a:cubicBezTo>
                  <a:cubicBezTo>
                    <a:pt x="286" y="154"/>
                    <a:pt x="286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50F3E4B-56FF-F442-A85C-8C91BE95E08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B20B63A4-D394-654D-9A69-9832FBC70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349" y="0"/>
            <a:ext cx="4356651" cy="1104900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Table of Contents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5527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07743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D98F25-A8FB-CB4E-8B80-D946E8E198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8245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" t="61590" r="260" b="1090"/>
          <a:stretch/>
        </p:blipFill>
        <p:spPr>
          <a:xfrm>
            <a:off x="0" y="4221000"/>
            <a:ext cx="12192000" cy="2637000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>
            <a:off x="227348" y="6650661"/>
            <a:ext cx="11700652" cy="123111"/>
            <a:chOff x="227348" y="6650661"/>
            <a:chExt cx="11700652" cy="123111"/>
          </a:xfrm>
        </p:grpSpPr>
        <p:sp>
          <p:nvSpPr>
            <p:cNvPr id="7" name="Retângulo 43">
              <a:extLst>
                <a:ext uri="{FF2B5EF4-FFF2-40B4-BE49-F238E27FC236}">
                  <a16:creationId xmlns:a16="http://schemas.microsoft.com/office/drawing/2014/main" id="{25FC8637-25BD-4C09-AF25-56B4243DAB3D}"/>
                </a:ext>
              </a:extLst>
            </p:cNvPr>
            <p:cNvSpPr/>
            <p:nvPr/>
          </p:nvSpPr>
          <p:spPr>
            <a:xfrm>
              <a:off x="11751669" y="6650661"/>
              <a:ext cx="176331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r"/>
              <a:fld id="{0502E5A9-B53C-401E-A0E0-4A359BB0A9E5}" type="slidenum">
                <a:rPr lang="en-US" sz="800" smtClean="0">
                  <a:solidFill>
                    <a:schemeClr val="bg1"/>
                  </a:solidFill>
                  <a:cs typeface="Arial" panose="020B0604020202020204" pitchFamily="34" charset="0"/>
                </a:rPr>
                <a:pPr algn="r"/>
                <a:t>‹#›</a:t>
              </a:fld>
              <a:endParaRPr lang="en-US" sz="80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9017223" y="6650661"/>
              <a:ext cx="2664297" cy="123111"/>
            </a:xfrm>
            <a:prstGeom prst="rect">
              <a:avLst/>
            </a:prstGeom>
          </p:spPr>
          <p:txBody>
            <a:bodyPr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>
                  <a:solidFill>
                    <a:schemeClr val="bg1"/>
                  </a:solidFill>
                </a:rPr>
                <a:t>© </a:t>
              </a:r>
              <a:r>
                <a:rPr lang="en-US" err="1">
                  <a:solidFill>
                    <a:schemeClr val="bg1"/>
                  </a:solidFill>
                </a:rPr>
                <a:t>Capgemini</a:t>
              </a:r>
              <a:r>
                <a:rPr lang="en-US">
                  <a:solidFill>
                    <a:schemeClr val="bg1"/>
                  </a:solidFill>
                </a:rPr>
                <a:t> 2020. All rights reserved  |</a:t>
              </a:r>
            </a:p>
          </p:txBody>
        </p:sp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227348" y="6650661"/>
              <a:ext cx="4716524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</a:rPr>
                <a:t>Presentation Title | Author | 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268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" t="59917" r="495" b="634"/>
          <a:stretch/>
        </p:blipFill>
        <p:spPr>
          <a:xfrm>
            <a:off x="0" y="4077000"/>
            <a:ext cx="12192000" cy="2781000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>
            <a:off x="227348" y="6650661"/>
            <a:ext cx="11700652" cy="123111"/>
            <a:chOff x="227348" y="6650661"/>
            <a:chExt cx="11700652" cy="123111"/>
          </a:xfrm>
        </p:grpSpPr>
        <p:sp>
          <p:nvSpPr>
            <p:cNvPr id="7" name="Retângulo 43">
              <a:extLst>
                <a:ext uri="{FF2B5EF4-FFF2-40B4-BE49-F238E27FC236}">
                  <a16:creationId xmlns:a16="http://schemas.microsoft.com/office/drawing/2014/main" id="{25FC8637-25BD-4C09-AF25-56B4243DAB3D}"/>
                </a:ext>
              </a:extLst>
            </p:cNvPr>
            <p:cNvSpPr/>
            <p:nvPr/>
          </p:nvSpPr>
          <p:spPr>
            <a:xfrm>
              <a:off x="11751669" y="6650661"/>
              <a:ext cx="176331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r"/>
              <a:fld id="{0502E5A9-B53C-401E-A0E0-4A359BB0A9E5}" type="slidenum">
                <a:rPr lang="en-US" sz="800" smtClean="0">
                  <a:solidFill>
                    <a:schemeClr val="bg1"/>
                  </a:solidFill>
                  <a:cs typeface="Arial" panose="020B0604020202020204" pitchFamily="34" charset="0"/>
                </a:rPr>
                <a:pPr algn="r"/>
                <a:t>‹#›</a:t>
              </a:fld>
              <a:endParaRPr lang="en-US" sz="80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9017223" y="6650661"/>
              <a:ext cx="2664297" cy="123111"/>
            </a:xfrm>
            <a:prstGeom prst="rect">
              <a:avLst/>
            </a:prstGeom>
          </p:spPr>
          <p:txBody>
            <a:bodyPr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>
                  <a:solidFill>
                    <a:schemeClr val="bg1"/>
                  </a:solidFill>
                </a:rPr>
                <a:t>© </a:t>
              </a:r>
              <a:r>
                <a:rPr lang="en-US" err="1">
                  <a:solidFill>
                    <a:schemeClr val="bg1"/>
                  </a:solidFill>
                </a:rPr>
                <a:t>Capgemini</a:t>
              </a:r>
              <a:r>
                <a:rPr lang="en-US">
                  <a:solidFill>
                    <a:schemeClr val="bg1"/>
                  </a:solidFill>
                </a:rPr>
                <a:t> 2020. All rights reserved  |</a:t>
              </a:r>
            </a:p>
          </p:txBody>
        </p:sp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227348" y="6650661"/>
              <a:ext cx="4716524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</a:rPr>
                <a:t>Presentation Title | Author | 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1477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D98F25-A8FB-CB4E-8B80-D946E8E198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0785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D98F25-A8FB-CB4E-8B80-D946E8E198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000" y="1917000"/>
            <a:ext cx="8784000" cy="4941000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6001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D98F25-A8FB-CB4E-8B80-D946E8E198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735555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D98F25-A8FB-CB4E-8B80-D946E8E198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000" y="-31384"/>
            <a:ext cx="12192000" cy="6858000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84022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4D98F25-A8FB-CB4E-8B80-D946E8E198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603561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633BBAC-82EC-CE4E-9F7A-EA362BE97A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48000" y="4365000"/>
            <a:ext cx="4672538" cy="1490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l"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en-US"/>
              <a:t>Click to insert title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0CE8F4-4B16-454C-A8AF-ADB64153DA0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83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AB6298C6-B150-AA43-9ACA-A3F1A1CFFC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48000" y="765000"/>
            <a:ext cx="4672538" cy="1490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l"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en-US"/>
              <a:t>Click to insert title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E07C38-2EF7-4B2E-8B4B-4B8014A595C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1742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633BBAC-82EC-CE4E-9F7A-EA362BE97A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00" y="909000"/>
            <a:ext cx="4672538" cy="1490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l"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en-US"/>
              <a:t>Click to insert title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3F5959-FBD4-4DD9-9233-8D8856EA0A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2789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80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8EEC3951-60DD-1F40-B9AD-70D1DEB0E42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00" y="909000"/>
            <a:ext cx="4672538" cy="1490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l"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en-US"/>
              <a:t>Click to insert title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08560E-FBDF-4B64-A81E-59919DB97D5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8534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633BBAC-82EC-CE4E-9F7A-EA362BE97A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48000" y="4365000"/>
            <a:ext cx="4672538" cy="1490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l"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en-US"/>
              <a:t>Click to insert title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ACF1A5-7B37-48EB-BBDC-E5B97EB995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470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E633BBAC-82EC-CE4E-9F7A-EA362BE97AE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48000" y="549000"/>
            <a:ext cx="4672538" cy="1490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l"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en-US"/>
              <a:t>Click to insert title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4BE32-8551-439A-ABD5-4FD1877E28E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45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318370EB-E9B6-8347-B51A-6DF79A2AA2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4000" y="909000"/>
            <a:ext cx="4672538" cy="14903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l">
              <a:defRPr lang="en-US" sz="2400" b="1" dirty="0">
                <a:solidFill>
                  <a:schemeClr val="accent1"/>
                </a:solidFill>
              </a:defRPr>
            </a:lvl1pPr>
          </a:lstStyle>
          <a:p>
            <a:pPr marL="0" lvl="0"/>
            <a:r>
              <a:rPr lang="en-US"/>
              <a:t>Click to insert title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281B16-EC85-46FF-B631-74755CF2656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9556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89068E-23FD-854F-B40D-1E20C8CB87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6000" y="6381001"/>
            <a:ext cx="6264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lvl1pPr marL="0" marR="0" indent="0" algn="r" defTabSz="685817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/>
              <a:t>Click to insert presenter, location, and date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6600000" y="4797000"/>
            <a:ext cx="540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r"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insert title</a:t>
            </a:r>
          </a:p>
        </p:txBody>
      </p:sp>
    </p:spTree>
    <p:extLst>
      <p:ext uri="{BB962C8B-B14F-4D97-AF65-F5344CB8AC3E}">
        <p14:creationId xmlns:p14="http://schemas.microsoft.com/office/powerpoint/2010/main" val="5810288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89068E-23FD-854F-B40D-1E20C8CB87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6000" y="6381001"/>
            <a:ext cx="6264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lvl1pPr marL="0" marR="0" indent="0" algn="r" defTabSz="685817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/>
              <a:t>Click to insert presenter, location, and date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6600000" y="4797000"/>
            <a:ext cx="540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r"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insert title</a:t>
            </a:r>
          </a:p>
        </p:txBody>
      </p:sp>
    </p:spTree>
    <p:extLst>
      <p:ext uri="{BB962C8B-B14F-4D97-AF65-F5344CB8AC3E}">
        <p14:creationId xmlns:p14="http://schemas.microsoft.com/office/powerpoint/2010/main" val="3543999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89068E-23FD-854F-B40D-1E20C8CB87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7" name="Object 6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36000" y="6381001"/>
            <a:ext cx="6264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>
            <a:lvl1pPr marL="0" marR="0" indent="0" algn="r" defTabSz="685817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400" dirty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marL="0" lvl="0"/>
            <a:r>
              <a:rPr lang="en-US"/>
              <a:t>Click to insert presenter, location, and date</a:t>
            </a:r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6600000" y="4797000"/>
            <a:ext cx="5400000" cy="14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>
            <a:noAutofit/>
          </a:bodyPr>
          <a:lstStyle>
            <a:lvl1pPr algn="r"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en-US"/>
              <a:t>Click to insert title</a:t>
            </a:r>
          </a:p>
        </p:txBody>
      </p:sp>
    </p:spTree>
    <p:extLst>
      <p:ext uri="{BB962C8B-B14F-4D97-AF65-F5344CB8AC3E}">
        <p14:creationId xmlns:p14="http://schemas.microsoft.com/office/powerpoint/2010/main" val="22441553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2" r="5203" b="13223"/>
          <a:stretch/>
        </p:blipFill>
        <p:spPr>
          <a:xfrm>
            <a:off x="-24000" y="189001"/>
            <a:ext cx="12216000" cy="6668999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227348" y="6650661"/>
            <a:ext cx="11700652" cy="123111"/>
            <a:chOff x="227348" y="6650661"/>
            <a:chExt cx="11700652" cy="123111"/>
          </a:xfrm>
        </p:grpSpPr>
        <p:sp>
          <p:nvSpPr>
            <p:cNvPr id="7" name="Retângulo 43">
              <a:extLst>
                <a:ext uri="{FF2B5EF4-FFF2-40B4-BE49-F238E27FC236}">
                  <a16:creationId xmlns:a16="http://schemas.microsoft.com/office/drawing/2014/main" id="{25FC8637-25BD-4C09-AF25-56B4243DAB3D}"/>
                </a:ext>
              </a:extLst>
            </p:cNvPr>
            <p:cNvSpPr/>
            <p:nvPr/>
          </p:nvSpPr>
          <p:spPr>
            <a:xfrm>
              <a:off x="11751669" y="6650661"/>
              <a:ext cx="176331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r"/>
              <a:fld id="{0502E5A9-B53C-401E-A0E0-4A359BB0A9E5}" type="slidenum">
                <a:rPr lang="en-US" sz="800" smtClean="0">
                  <a:solidFill>
                    <a:schemeClr val="bg1"/>
                  </a:solidFill>
                  <a:cs typeface="Arial" panose="020B0604020202020204" pitchFamily="34" charset="0"/>
                </a:rPr>
                <a:pPr algn="r"/>
                <a:t>‹#›</a:t>
              </a:fld>
              <a:endParaRPr lang="en-US" sz="80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8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9017223" y="6650661"/>
              <a:ext cx="2664297" cy="123111"/>
            </a:xfrm>
            <a:prstGeom prst="rect">
              <a:avLst/>
            </a:prstGeom>
          </p:spPr>
          <p:txBody>
            <a:bodyPr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>
                  <a:solidFill>
                    <a:schemeClr val="bg1"/>
                  </a:solidFill>
                </a:rPr>
                <a:t>© </a:t>
              </a:r>
              <a:r>
                <a:rPr lang="en-US" err="1">
                  <a:solidFill>
                    <a:schemeClr val="bg1"/>
                  </a:solidFill>
                </a:rPr>
                <a:t>Capgemini</a:t>
              </a:r>
              <a:r>
                <a:rPr lang="en-US">
                  <a:solidFill>
                    <a:schemeClr val="bg1"/>
                  </a:solidFill>
                </a:rPr>
                <a:t> 2020. All rights reserved  |</a:t>
              </a:r>
            </a:p>
          </p:txBody>
        </p:sp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227348" y="6650661"/>
              <a:ext cx="4716524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</a:rPr>
                <a:t>Presentation Title | Author | 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76741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8316651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04182"/>
            <a:ext cx="3255156" cy="595381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6"/>
          <a:srcRect t="42989"/>
          <a:stretch/>
        </p:blipFill>
        <p:spPr>
          <a:xfrm>
            <a:off x="8275781" y="-27000"/>
            <a:ext cx="2769413" cy="1387369"/>
          </a:xfrm>
          <a:prstGeom prst="rect">
            <a:avLst/>
          </a:prstGeom>
        </p:spPr>
      </p:pic>
      <p:grpSp>
        <p:nvGrpSpPr>
          <p:cNvPr id="7" name="Group 6"/>
          <p:cNvGrpSpPr/>
          <p:nvPr userDrawn="1"/>
        </p:nvGrpSpPr>
        <p:grpSpPr>
          <a:xfrm>
            <a:off x="227348" y="6650661"/>
            <a:ext cx="11700652" cy="123111"/>
            <a:chOff x="227348" y="6650661"/>
            <a:chExt cx="11700652" cy="123111"/>
          </a:xfrm>
        </p:grpSpPr>
        <p:sp>
          <p:nvSpPr>
            <p:cNvPr id="8" name="Retângulo 43">
              <a:extLst>
                <a:ext uri="{FF2B5EF4-FFF2-40B4-BE49-F238E27FC236}">
                  <a16:creationId xmlns:a16="http://schemas.microsoft.com/office/drawing/2014/main" id="{25FC8637-25BD-4C09-AF25-56B4243DAB3D}"/>
                </a:ext>
              </a:extLst>
            </p:cNvPr>
            <p:cNvSpPr/>
            <p:nvPr/>
          </p:nvSpPr>
          <p:spPr>
            <a:xfrm>
              <a:off x="11862276" y="6650661"/>
              <a:ext cx="65724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r"/>
              <a:fld id="{0502E5A9-B53C-401E-A0E0-4A359BB0A9E5}" type="slidenum">
                <a:rPr lang="en-US" sz="800" smtClean="0">
                  <a:solidFill>
                    <a:schemeClr val="accent1"/>
                  </a:solidFill>
                  <a:cs typeface="Arial" panose="020B0604020202020204" pitchFamily="34" charset="0"/>
                </a:rPr>
                <a:pPr algn="r"/>
                <a:t>‹#›</a:t>
              </a:fld>
              <a:endParaRPr lang="en-US" sz="800">
                <a:solidFill>
                  <a:schemeClr val="accent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9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9017223" y="6650661"/>
              <a:ext cx="2664297" cy="123111"/>
            </a:xfrm>
            <a:prstGeom prst="rect">
              <a:avLst/>
            </a:prstGeom>
          </p:spPr>
          <p:txBody>
            <a:bodyPr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>
                  <a:solidFill>
                    <a:schemeClr val="accent1"/>
                  </a:solidFill>
                </a:rPr>
                <a:t>© </a:t>
              </a:r>
              <a:r>
                <a:rPr lang="en-US" err="1">
                  <a:solidFill>
                    <a:schemeClr val="accent1"/>
                  </a:solidFill>
                </a:rPr>
                <a:t>Capgemini</a:t>
              </a:r>
              <a:r>
                <a:rPr lang="en-US">
                  <a:solidFill>
                    <a:schemeClr val="accent1"/>
                  </a:solidFill>
                </a:rPr>
                <a:t> 2020. All rights reserved  |</a:t>
              </a:r>
            </a:p>
          </p:txBody>
        </p:sp>
        <p:sp>
          <p:nvSpPr>
            <p:cNvPr id="10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227348" y="6650661"/>
              <a:ext cx="4716524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</a:rPr>
                <a:t>Presentation Title | Author | 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21383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 userDrawn="1"/>
        </p:nvSpPr>
        <p:spPr>
          <a:xfrm>
            <a:off x="486531" y="1013988"/>
            <a:ext cx="3598737" cy="5256000"/>
          </a:xfrm>
          <a:prstGeom prst="roundRect">
            <a:avLst>
              <a:gd name="adj" fmla="val 4231"/>
            </a:avLst>
          </a:prstGeom>
          <a:solidFill>
            <a:schemeClr val="bg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163"/>
          <a:stretch/>
        </p:blipFill>
        <p:spPr>
          <a:xfrm>
            <a:off x="0" y="5494714"/>
            <a:ext cx="12217399" cy="137645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300245" y="224205"/>
            <a:ext cx="1971310" cy="197131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47">
            <a:extLst>
              <a:ext uri="{FF2B5EF4-FFF2-40B4-BE49-F238E27FC236}">
                <a16:creationId xmlns:a16="http://schemas.microsoft.com/office/drawing/2014/main" id="{51CA337D-4B25-44C1-847A-AC0D74277B6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17220" y="341180"/>
            <a:ext cx="1737360" cy="1737360"/>
          </a:xfrm>
          <a:prstGeom prst="ellipse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pt-PT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1300245" y="3149180"/>
            <a:ext cx="197131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 userDrawn="1"/>
        </p:nvGrpSpPr>
        <p:grpSpPr>
          <a:xfrm>
            <a:off x="9017223" y="6650661"/>
            <a:ext cx="2910777" cy="123111"/>
            <a:chOff x="9017223" y="6650661"/>
            <a:chExt cx="2910777" cy="123111"/>
          </a:xfrm>
        </p:grpSpPr>
        <p:sp>
          <p:nvSpPr>
            <p:cNvPr id="13" name="Retângulo 43">
              <a:extLst>
                <a:ext uri="{FF2B5EF4-FFF2-40B4-BE49-F238E27FC236}">
                  <a16:creationId xmlns:a16="http://schemas.microsoft.com/office/drawing/2014/main" id="{25FC8637-25BD-4C09-AF25-56B4243DAB3D}"/>
                </a:ext>
              </a:extLst>
            </p:cNvPr>
            <p:cNvSpPr/>
            <p:nvPr/>
          </p:nvSpPr>
          <p:spPr>
            <a:xfrm>
              <a:off x="11927936" y="6650661"/>
              <a:ext cx="64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r"/>
              <a:endParaRPr lang="en-US" sz="80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4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9017223" y="6650661"/>
              <a:ext cx="2664297" cy="123111"/>
            </a:xfrm>
            <a:prstGeom prst="rect">
              <a:avLst/>
            </a:prstGeom>
          </p:spPr>
          <p:txBody>
            <a:bodyPr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>
                  <a:solidFill>
                    <a:schemeClr val="bg1"/>
                  </a:solidFill>
                </a:rPr>
                <a:t>© Capgemini 2022. All rights reserved  |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45390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512000" cy="6857999"/>
          </a:xfrm>
          <a:prstGeom prst="rect">
            <a:avLst/>
          </a:prstGeom>
        </p:spPr>
      </p:pic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 userDrawn="1"/>
        </p:nvSpPr>
        <p:spPr>
          <a:xfrm>
            <a:off x="1300680" y="1197000"/>
            <a:ext cx="1728000" cy="1728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47">
            <a:extLst>
              <a:ext uri="{FF2B5EF4-FFF2-40B4-BE49-F238E27FC236}">
                <a16:creationId xmlns:a16="http://schemas.microsoft.com/office/drawing/2014/main" id="{51CA337D-4B25-44C1-847A-AC0D74277B6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200000" y="1113628"/>
            <a:ext cx="1737360" cy="1737360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pt-PT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227348" y="6650661"/>
            <a:ext cx="11700652" cy="123111"/>
            <a:chOff x="227348" y="6650661"/>
            <a:chExt cx="11700652" cy="123111"/>
          </a:xfrm>
        </p:grpSpPr>
        <p:sp>
          <p:nvSpPr>
            <p:cNvPr id="12" name="Retângulo 43">
              <a:extLst>
                <a:ext uri="{FF2B5EF4-FFF2-40B4-BE49-F238E27FC236}">
                  <a16:creationId xmlns:a16="http://schemas.microsoft.com/office/drawing/2014/main" id="{25FC8637-25BD-4C09-AF25-56B4243DAB3D}"/>
                </a:ext>
              </a:extLst>
            </p:cNvPr>
            <p:cNvSpPr/>
            <p:nvPr/>
          </p:nvSpPr>
          <p:spPr>
            <a:xfrm>
              <a:off x="11862276" y="6650661"/>
              <a:ext cx="65724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spAutoFit/>
            </a:bodyPr>
            <a:lstStyle/>
            <a:p>
              <a:pPr algn="r"/>
              <a:fld id="{0502E5A9-B53C-401E-A0E0-4A359BB0A9E5}" type="slidenum">
                <a:rPr lang="en-US" sz="800" smtClean="0">
                  <a:solidFill>
                    <a:schemeClr val="accent1"/>
                  </a:solidFill>
                  <a:cs typeface="Arial" panose="020B0604020202020204" pitchFamily="34" charset="0"/>
                </a:rPr>
                <a:pPr algn="r"/>
                <a:t>‹#›</a:t>
              </a:fld>
              <a:endParaRPr lang="en-US" sz="800">
                <a:solidFill>
                  <a:schemeClr val="accent1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13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9017223" y="6650661"/>
              <a:ext cx="2664297" cy="123111"/>
            </a:xfrm>
            <a:prstGeom prst="rect">
              <a:avLst/>
            </a:prstGeom>
          </p:spPr>
          <p:txBody>
            <a:bodyPr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r" defTabSz="914400" rtl="0" eaLnBrk="1" fontAlgn="auto" latinLnBrk="0" hangingPunct="1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>
                  <a:solidFill>
                    <a:schemeClr val="accent1"/>
                  </a:solidFill>
                </a:rPr>
                <a:t>© </a:t>
              </a:r>
              <a:r>
                <a:rPr lang="en-US" err="1">
                  <a:solidFill>
                    <a:schemeClr val="accent1"/>
                  </a:solidFill>
                </a:rPr>
                <a:t>Capgemini</a:t>
              </a:r>
              <a:r>
                <a:rPr lang="en-US">
                  <a:solidFill>
                    <a:schemeClr val="accent1"/>
                  </a:solidFill>
                </a:rPr>
                <a:t> 2020. All rights reserved  |</a:t>
              </a:r>
            </a:p>
          </p:txBody>
        </p:sp>
        <p:sp>
          <p:nvSpPr>
            <p:cNvPr id="14" name="Text Placeholder 7">
              <a:extLst>
                <a:ext uri="{FF2B5EF4-FFF2-40B4-BE49-F238E27FC236}">
                  <a16:creationId xmlns:a16="http://schemas.microsoft.com/office/drawing/2014/main" id="{E824319D-02CC-441E-87B5-E9D15DE8CA35}"/>
                </a:ext>
              </a:extLst>
            </p:cNvPr>
            <p:cNvSpPr txBox="1">
              <a:spLocks/>
            </p:cNvSpPr>
            <p:nvPr/>
          </p:nvSpPr>
          <p:spPr>
            <a:xfrm>
              <a:off x="227348" y="6650661"/>
              <a:ext cx="4716524" cy="123111"/>
            </a:xfrm>
            <a:prstGeom prst="rect">
              <a:avLst/>
            </a:prstGeom>
          </p:spPr>
          <p:txBody>
            <a:bodyPr wrap="none" lIns="0" tIns="0" rIns="0" bIns="0" anchor="ctr" anchorCtr="0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800" kern="1200">
                  <a:solidFill>
                    <a:srgbClr val="7F7F7F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>
                  <a:solidFill>
                    <a:schemeClr val="bg1"/>
                  </a:solidFill>
                </a:rPr>
                <a:t>Presentation Title | Author | 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153900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91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8" y="1591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787AEED-FADE-4BC2-B5BA-51FCAC86546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FFFFFF"/>
              </a:solidFill>
              <a:sym typeface="Verdana" panose="020B0604030504040204" pitchFamily="34" charset="0"/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71ADB5E-3A70-2847-A84F-6B072761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349" y="0"/>
            <a:ext cx="10404651" cy="11049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1740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Vide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">
                  <p:embed/>
                </p:oleObj>
              </mc:Choice>
              <mc:Fallback>
                <p:oleObj name="think-cell Slide" r:id="rId3" imgW="360" imgH="360" progId="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025947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743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FBD248-FC82-474F-A38D-00EEF58CBC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1836" t="-4713" b="16530"/>
          <a:stretch/>
        </p:blipFill>
        <p:spPr>
          <a:xfrm>
            <a:off x="11333051" y="251520"/>
            <a:ext cx="565808" cy="6128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FCD578-728A-4248-B3D0-134690E3A787}"/>
              </a:ext>
            </a:extLst>
          </p:cNvPr>
          <p:cNvSpPr/>
          <p:nvPr userDrawn="1"/>
        </p:nvSpPr>
        <p:spPr>
          <a:xfrm>
            <a:off x="2" y="6271591"/>
            <a:ext cx="2236302" cy="586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239"/>
            <a:endParaRPr lang="en-US" sz="2400" err="1">
              <a:solidFill>
                <a:srgbClr val="0070A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73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Mas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FBD248-FC82-474F-A38D-00EEF58CBC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1836" t="-4713" b="16530"/>
          <a:stretch/>
        </p:blipFill>
        <p:spPr>
          <a:xfrm>
            <a:off x="11333051" y="251520"/>
            <a:ext cx="565808" cy="6128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FCD578-728A-4248-B3D0-134690E3A787}"/>
              </a:ext>
            </a:extLst>
          </p:cNvPr>
          <p:cNvSpPr/>
          <p:nvPr userDrawn="1"/>
        </p:nvSpPr>
        <p:spPr>
          <a:xfrm>
            <a:off x="2" y="6271591"/>
            <a:ext cx="2236302" cy="5864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88239"/>
            <a:endParaRPr lang="en-US" sz="2400" err="1">
              <a:solidFill>
                <a:srgbClr val="0070AD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606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398021" y="1494766"/>
            <a:ext cx="11793979" cy="4643751"/>
          </a:xfrm>
        </p:spPr>
        <p:txBody>
          <a:bodyPr/>
          <a:lstStyle>
            <a:lvl1pPr>
              <a:buClr>
                <a:schemeClr val="accent2"/>
              </a:buClr>
              <a:defRPr b="0"/>
            </a:lvl1pPr>
            <a:lvl2pPr marL="533387" indent="-205312">
              <a:buFont typeface="Arial" panose="020B0604020202020204" pitchFamily="34" charset="0"/>
              <a:buChar char="̶"/>
              <a:defRPr/>
            </a:lvl2pPr>
            <a:lvl3pPr marL="761981" indent="-186262">
              <a:defRPr/>
            </a:lvl3pPr>
            <a:lvl4pPr marL="990575" indent="-186262">
              <a:buFont typeface="Courier New" panose="02070309020205020404" pitchFamily="49" charset="0"/>
              <a:buChar char="o"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</a:t>
            </a:r>
          </a:p>
          <a:p>
            <a:pPr lvl="1"/>
            <a:r>
              <a:rPr lang="en-US" noProof="0"/>
              <a:t>Text style level 2</a:t>
            </a:r>
          </a:p>
          <a:p>
            <a:pPr lvl="2"/>
            <a:r>
              <a:rPr lang="en-US" noProof="0"/>
              <a:t>Text style level 3</a:t>
            </a:r>
          </a:p>
          <a:p>
            <a:pPr lvl="3"/>
            <a:r>
              <a:rPr lang="en-US" noProof="0"/>
              <a:t>Text style level 4</a:t>
            </a:r>
          </a:p>
        </p:txBody>
      </p:sp>
    </p:spTree>
    <p:extLst>
      <p:ext uri="{BB962C8B-B14F-4D97-AF65-F5344CB8AC3E}">
        <p14:creationId xmlns:p14="http://schemas.microsoft.com/office/powerpoint/2010/main" val="12139071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Vide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">
                  <p:embed/>
                </p:oleObj>
              </mc:Choice>
              <mc:Fallback>
                <p:oleObj name="think-cell Slide" r:id="rId3" imgW="360" imgH="360" progId="">
                  <p:embed/>
                  <p:pic>
                    <p:nvPicPr>
                      <p:cNvPr id="2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57588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46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FBD248-FC82-474F-A38D-00EEF58CBC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1836" t="-4713" b="16530"/>
          <a:stretch/>
        </p:blipFill>
        <p:spPr>
          <a:xfrm>
            <a:off x="11333051" y="251520"/>
            <a:ext cx="565808" cy="6128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FCD578-728A-4248-B3D0-134690E3A787}"/>
              </a:ext>
            </a:extLst>
          </p:cNvPr>
          <p:cNvSpPr/>
          <p:nvPr userDrawn="1"/>
        </p:nvSpPr>
        <p:spPr>
          <a:xfrm>
            <a:off x="2" y="6271591"/>
            <a:ext cx="2236302" cy="5864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err="1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8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 Mast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">
                  <p:embed/>
                </p:oleObj>
              </mc:Choice>
              <mc:Fallback>
                <p:oleObj name="think-cell Slide" r:id="rId4" imgW="360" imgH="36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4FBD248-FC82-474F-A38D-00EEF58CBC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81836" t="-4713" b="16530"/>
          <a:stretch/>
        </p:blipFill>
        <p:spPr>
          <a:xfrm>
            <a:off x="11333051" y="251520"/>
            <a:ext cx="565808" cy="61283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FCD578-728A-4248-B3D0-134690E3A787}"/>
              </a:ext>
            </a:extLst>
          </p:cNvPr>
          <p:cNvSpPr/>
          <p:nvPr userDrawn="1"/>
        </p:nvSpPr>
        <p:spPr>
          <a:xfrm>
            <a:off x="2" y="6271591"/>
            <a:ext cx="2236302" cy="5864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err="1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6869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Ma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" y="1"/>
          <a:ext cx="180999" cy="14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60" imgH="360" progId="">
                  <p:embed/>
                </p:oleObj>
              </mc:Choice>
              <mc:Fallback>
                <p:oleObj name="think-cell Slide" r:id="rId5" imgW="360" imgH="360" progId="">
                  <p:embed/>
                  <p:pic>
                    <p:nvPicPr>
                      <p:cNvPr id="4" name="Object 3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80999" cy="1439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398021" y="1494766"/>
            <a:ext cx="11793979" cy="4643751"/>
          </a:xfrm>
        </p:spPr>
        <p:txBody>
          <a:bodyPr/>
          <a:lstStyle>
            <a:lvl1pPr>
              <a:buClr>
                <a:schemeClr val="accent2"/>
              </a:buClr>
              <a:defRPr b="0"/>
            </a:lvl1pPr>
            <a:lvl2pPr marL="533387" indent="-205312">
              <a:buFont typeface="Arial" panose="020B0604020202020204" pitchFamily="34" charset="0"/>
              <a:buChar char="̶"/>
              <a:defRPr/>
            </a:lvl2pPr>
            <a:lvl3pPr marL="761981" indent="-186262">
              <a:defRPr/>
            </a:lvl3pPr>
            <a:lvl4pPr marL="990575" indent="-186262">
              <a:buFont typeface="Courier New" panose="02070309020205020404" pitchFamily="49" charset="0"/>
              <a:buChar char="o"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/>
              <a:t>Click to edit Master text style</a:t>
            </a:r>
          </a:p>
          <a:p>
            <a:pPr lvl="1"/>
            <a:r>
              <a:rPr lang="en-US" noProof="0"/>
              <a:t>Text style level 2</a:t>
            </a:r>
          </a:p>
          <a:p>
            <a:pPr lvl="2"/>
            <a:r>
              <a:rPr lang="en-US" noProof="0"/>
              <a:t>Text style level 3</a:t>
            </a:r>
          </a:p>
          <a:p>
            <a:pPr lvl="3"/>
            <a:r>
              <a:rPr lang="en-US" noProof="0"/>
              <a:t>Text style level 4</a:t>
            </a:r>
          </a:p>
        </p:txBody>
      </p:sp>
    </p:spTree>
    <p:extLst>
      <p:ext uri="{BB962C8B-B14F-4D97-AF65-F5344CB8AC3E}">
        <p14:creationId xmlns:p14="http://schemas.microsoft.com/office/powerpoint/2010/main" val="296938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ags" Target="../tags/tag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29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tags" Target="../tags/tag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../media/image32.svg"/><Relationship Id="rId3" Type="http://schemas.openxmlformats.org/officeDocument/2006/relationships/slideLayout" Target="../slideLayouts/slideLayout32.xml"/><Relationship Id="rId7" Type="http://schemas.openxmlformats.org/officeDocument/2006/relationships/tags" Target="../tags/tag34.xml"/><Relationship Id="rId12" Type="http://schemas.openxmlformats.org/officeDocument/2006/relationships/image" Target="../media/image31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theme" Target="../theme/theme3.xml"/><Relationship Id="rId11" Type="http://schemas.openxmlformats.org/officeDocument/2006/relationships/image" Target="../media/image30.emf"/><Relationship Id="rId5" Type="http://schemas.openxmlformats.org/officeDocument/2006/relationships/slideLayout" Target="../slideLayouts/slideLayout34.xml"/><Relationship Id="rId10" Type="http://schemas.openxmlformats.org/officeDocument/2006/relationships/oleObject" Target="../embeddings/oleObject6.bin"/><Relationship Id="rId4" Type="http://schemas.openxmlformats.org/officeDocument/2006/relationships/slideLayout" Target="../slideLayouts/slideLayout33.xml"/><Relationship Id="rId9" Type="http://schemas.openxmlformats.org/officeDocument/2006/relationships/tags" Target="../tags/tag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image" Target="../media/image32.svg"/><Relationship Id="rId3" Type="http://schemas.openxmlformats.org/officeDocument/2006/relationships/slideLayout" Target="../slideLayouts/slideLayout37.xml"/><Relationship Id="rId7" Type="http://schemas.openxmlformats.org/officeDocument/2006/relationships/tags" Target="../tags/tag47.xml"/><Relationship Id="rId12" Type="http://schemas.openxmlformats.org/officeDocument/2006/relationships/image" Target="../media/image31.pn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theme" Target="../theme/theme4.xml"/><Relationship Id="rId11" Type="http://schemas.openxmlformats.org/officeDocument/2006/relationships/image" Target="../media/image30.emf"/><Relationship Id="rId5" Type="http://schemas.openxmlformats.org/officeDocument/2006/relationships/slideLayout" Target="../slideLayouts/slideLayout39.xml"/><Relationship Id="rId10" Type="http://schemas.openxmlformats.org/officeDocument/2006/relationships/oleObject" Target="../embeddings/oleObject6.bin"/><Relationship Id="rId4" Type="http://schemas.openxmlformats.org/officeDocument/2006/relationships/slideLayout" Target="../slideLayouts/slideLayout38.xml"/><Relationship Id="rId9" Type="http://schemas.openxmlformats.org/officeDocument/2006/relationships/tags" Target="../tags/tag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30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270" imgH="270" progId="TCLayout.ActiveDocument.1">
                  <p:embed/>
                </p:oleObj>
              </mc:Choice>
              <mc:Fallback>
                <p:oleObj name="think-cell Slide" r:id="rId31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227349" y="0"/>
            <a:ext cx="11125236" cy="11049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</a:t>
            </a:r>
            <a:r>
              <a:rPr lang="fr-FR" err="1"/>
              <a:t>title</a:t>
            </a:r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75586A-143F-BC43-B0E4-871998957CF3}"/>
              </a:ext>
            </a:extLst>
          </p:cNvPr>
          <p:cNvGrpSpPr/>
          <p:nvPr userDrawn="1"/>
        </p:nvGrpSpPr>
        <p:grpSpPr>
          <a:xfrm>
            <a:off x="11275382" y="284960"/>
            <a:ext cx="640538" cy="388988"/>
            <a:chOff x="11280000" y="171573"/>
            <a:chExt cx="640538" cy="388988"/>
          </a:xfrm>
        </p:grpSpPr>
        <p:grpSp>
          <p:nvGrpSpPr>
            <p:cNvPr id="19" name="Groupe 1">
              <a:extLst>
                <a:ext uri="{FF2B5EF4-FFF2-40B4-BE49-F238E27FC236}">
                  <a16:creationId xmlns:a16="http://schemas.microsoft.com/office/drawing/2014/main" id="{F7D0768F-1660-D34C-90B4-99BF90BD83A3}"/>
                </a:ext>
              </a:extLst>
            </p:cNvPr>
            <p:cNvGrpSpPr/>
            <p:nvPr userDrawn="1"/>
          </p:nvGrpSpPr>
          <p:grpSpPr>
            <a:xfrm>
              <a:off x="11501102" y="171573"/>
              <a:ext cx="419436" cy="388988"/>
              <a:chOff x="11501102" y="171573"/>
              <a:chExt cx="419436" cy="388988"/>
            </a:xfrm>
          </p:grpSpPr>
          <p:sp>
            <p:nvSpPr>
              <p:cNvPr id="22" name="Freeform 13">
                <a:extLst>
                  <a:ext uri="{FF2B5EF4-FFF2-40B4-BE49-F238E27FC236}">
                    <a16:creationId xmlns:a16="http://schemas.microsoft.com/office/drawing/2014/main" id="{5992232A-C3D1-E44B-9BBB-84195272366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1644642" y="334376"/>
                <a:ext cx="275896" cy="226185"/>
              </a:xfrm>
              <a:custGeom>
                <a:avLst/>
                <a:gdLst/>
                <a:ahLst/>
                <a:cxnLst>
                  <a:cxn ang="0">
                    <a:pos x="125" y="107"/>
                  </a:cxn>
                  <a:cxn ang="0">
                    <a:pos x="188" y="43"/>
                  </a:cxn>
                  <a:cxn ang="0">
                    <a:pos x="141" y="0"/>
                  </a:cxn>
                  <a:cxn ang="0">
                    <a:pos x="49" y="99"/>
                  </a:cxn>
                  <a:cxn ang="0">
                    <a:pos x="0" y="144"/>
                  </a:cxn>
                  <a:cxn ang="0">
                    <a:pos x="37" y="154"/>
                  </a:cxn>
                  <a:cxn ang="0">
                    <a:pos x="125" y="125"/>
                  </a:cxn>
                  <a:cxn ang="0">
                    <a:pos x="81" y="86"/>
                  </a:cxn>
                  <a:cxn ang="0">
                    <a:pos x="125" y="107"/>
                  </a:cxn>
                </a:cxnLst>
                <a:rect l="0" t="0" r="r" b="b"/>
                <a:pathLst>
                  <a:path w="188" h="154">
                    <a:moveTo>
                      <a:pt x="125" y="107"/>
                    </a:moveTo>
                    <a:cubicBezTo>
                      <a:pt x="160" y="107"/>
                      <a:pt x="188" y="78"/>
                      <a:pt x="188" y="43"/>
                    </a:cubicBezTo>
                    <a:cubicBezTo>
                      <a:pt x="186" y="28"/>
                      <a:pt x="181" y="0"/>
                      <a:pt x="141" y="0"/>
                    </a:cubicBezTo>
                    <a:cubicBezTo>
                      <a:pt x="99" y="0"/>
                      <a:pt x="84" y="60"/>
                      <a:pt x="49" y="99"/>
                    </a:cubicBezTo>
                    <a:cubicBezTo>
                      <a:pt x="47" y="121"/>
                      <a:pt x="26" y="140"/>
                      <a:pt x="0" y="144"/>
                    </a:cubicBezTo>
                    <a:cubicBezTo>
                      <a:pt x="6" y="150"/>
                      <a:pt x="20" y="154"/>
                      <a:pt x="37" y="154"/>
                    </a:cubicBezTo>
                    <a:cubicBezTo>
                      <a:pt x="68" y="154"/>
                      <a:pt x="106" y="145"/>
                      <a:pt x="125" y="125"/>
                    </a:cubicBezTo>
                    <a:cubicBezTo>
                      <a:pt x="99" y="126"/>
                      <a:pt x="82" y="109"/>
                      <a:pt x="81" y="86"/>
                    </a:cubicBezTo>
                    <a:cubicBezTo>
                      <a:pt x="93" y="101"/>
                      <a:pt x="108" y="107"/>
                      <a:pt x="125" y="107"/>
                    </a:cubicBezTo>
                  </a:path>
                </a:pathLst>
              </a:custGeom>
              <a:solidFill>
                <a:srgbClr val="12ABDB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prstClr val="black"/>
                  </a:solidFill>
                </a:endParaRPr>
              </a:p>
            </p:txBody>
          </p:sp>
          <p:sp>
            <p:nvSpPr>
              <p:cNvPr id="23" name="Freeform 14">
                <a:extLst>
                  <a:ext uri="{FF2B5EF4-FFF2-40B4-BE49-F238E27FC236}">
                    <a16:creationId xmlns:a16="http://schemas.microsoft.com/office/drawing/2014/main" id="{219DA134-B5A2-D94E-BFFE-856C727E8EC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11501102" y="171573"/>
                <a:ext cx="419436" cy="356676"/>
              </a:xfrm>
              <a:custGeom>
                <a:avLst/>
                <a:gdLst/>
                <a:ahLst/>
                <a:cxnLst>
                  <a:cxn ang="0">
                    <a:pos x="286" y="152"/>
                  </a:cxn>
                  <a:cxn ang="0">
                    <a:pos x="237" y="51"/>
                  </a:cxn>
                  <a:cxn ang="0">
                    <a:pos x="160" y="3"/>
                  </a:cxn>
                  <a:cxn ang="0">
                    <a:pos x="153" y="0"/>
                  </a:cxn>
                  <a:cxn ang="0">
                    <a:pos x="153" y="0"/>
                  </a:cxn>
                  <a:cxn ang="0">
                    <a:pos x="0" y="158"/>
                  </a:cxn>
                  <a:cxn ang="0">
                    <a:pos x="53" y="236"/>
                  </a:cxn>
                  <a:cxn ang="0">
                    <a:pos x="107" y="237"/>
                  </a:cxn>
                  <a:cxn ang="0">
                    <a:pos x="147" y="210"/>
                  </a:cxn>
                  <a:cxn ang="0">
                    <a:pos x="239" y="111"/>
                  </a:cxn>
                  <a:cxn ang="0">
                    <a:pos x="286" y="154"/>
                  </a:cxn>
                  <a:cxn ang="0">
                    <a:pos x="286" y="152"/>
                  </a:cxn>
                </a:cxnLst>
                <a:rect l="0" t="0" r="r" b="b"/>
                <a:pathLst>
                  <a:path w="286" h="243">
                    <a:moveTo>
                      <a:pt x="286" y="152"/>
                    </a:moveTo>
                    <a:cubicBezTo>
                      <a:pt x="286" y="112"/>
                      <a:pt x="266" y="78"/>
                      <a:pt x="237" y="51"/>
                    </a:cubicBezTo>
                    <a:cubicBezTo>
                      <a:pt x="215" y="30"/>
                      <a:pt x="188" y="15"/>
                      <a:pt x="160" y="3"/>
                    </a:cubicBezTo>
                    <a:cubicBezTo>
                      <a:pt x="158" y="2"/>
                      <a:pt x="156" y="1"/>
                      <a:pt x="153" y="0"/>
                    </a:cubicBezTo>
                    <a:cubicBezTo>
                      <a:pt x="153" y="0"/>
                      <a:pt x="153" y="0"/>
                      <a:pt x="153" y="0"/>
                    </a:cubicBezTo>
                    <a:cubicBezTo>
                      <a:pt x="119" y="41"/>
                      <a:pt x="0" y="72"/>
                      <a:pt x="0" y="158"/>
                    </a:cubicBezTo>
                    <a:cubicBezTo>
                      <a:pt x="0" y="192"/>
                      <a:pt x="21" y="224"/>
                      <a:pt x="53" y="236"/>
                    </a:cubicBezTo>
                    <a:cubicBezTo>
                      <a:pt x="71" y="243"/>
                      <a:pt x="89" y="243"/>
                      <a:pt x="107" y="237"/>
                    </a:cubicBezTo>
                    <a:cubicBezTo>
                      <a:pt x="123" y="232"/>
                      <a:pt x="136" y="222"/>
                      <a:pt x="147" y="210"/>
                    </a:cubicBezTo>
                    <a:cubicBezTo>
                      <a:pt x="182" y="171"/>
                      <a:pt x="197" y="111"/>
                      <a:pt x="239" y="111"/>
                    </a:cubicBezTo>
                    <a:cubicBezTo>
                      <a:pt x="279" y="111"/>
                      <a:pt x="284" y="139"/>
                      <a:pt x="286" y="154"/>
                    </a:cubicBezTo>
                    <a:cubicBezTo>
                      <a:pt x="286" y="154"/>
                      <a:pt x="286" y="153"/>
                      <a:pt x="286" y="152"/>
                    </a:cubicBezTo>
                  </a:path>
                </a:pathLst>
              </a:custGeom>
              <a:solidFill>
                <a:srgbClr val="0070AD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>
                  <a:solidFill>
                    <a:prstClr val="black"/>
                  </a:solidFill>
                </a:endParaRPr>
              </a:p>
            </p:txBody>
          </p:sp>
        </p:grpSp>
        <p:cxnSp>
          <p:nvCxnSpPr>
            <p:cNvPr id="20" name="Straight Connector 4">
              <a:extLst>
                <a:ext uri="{FF2B5EF4-FFF2-40B4-BE49-F238E27FC236}">
                  <a16:creationId xmlns:a16="http://schemas.microsoft.com/office/drawing/2014/main" id="{73CAB9E9-0919-9D4E-9C4F-D51BC6A01653}"/>
                </a:ext>
              </a:extLst>
            </p:cNvPr>
            <p:cNvCxnSpPr/>
            <p:nvPr userDrawn="1"/>
          </p:nvCxnSpPr>
          <p:spPr>
            <a:xfrm>
              <a:off x="11280000" y="171573"/>
              <a:ext cx="0" cy="38087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50405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000" b="0" i="0" u="none" strike="noStrike" kern="1200" cap="none" spc="0" normalizeH="0" baseline="0" noProof="0" dirty="0">
          <a:ln>
            <a:noFill/>
          </a:ln>
          <a:solidFill>
            <a:schemeClr val="accent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2667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4445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6223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Verdana" panose="020B0604030504040204" pitchFamily="34" charset="0"/>
        <a:buChar char="‒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12800" indent="-1905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7506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pos="143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7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" y="1588"/>
                        <a:ext cx="1587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379A0513-0638-45A5-BCBC-D7B4E7D6F552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fr-FR" sz="2400">
              <a:solidFill>
                <a:srgbClr val="FFFFFF"/>
              </a:solidFill>
              <a:sym typeface="Verdana" panose="020B0604030504040204" pitchFamily="34" charset="0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227349" y="0"/>
            <a:ext cx="10404651" cy="11049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</a:t>
            </a:r>
            <a:r>
              <a:rPr lang="fr-FR" err="1"/>
              <a:t>title</a:t>
            </a:r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995A887-D322-474B-A395-024F4265A0F3}"/>
              </a:ext>
            </a:extLst>
          </p:cNvPr>
          <p:cNvGrpSpPr/>
          <p:nvPr userDrawn="1"/>
        </p:nvGrpSpPr>
        <p:grpSpPr>
          <a:xfrm>
            <a:off x="10632000" y="254245"/>
            <a:ext cx="1283920" cy="438755"/>
            <a:chOff x="10632000" y="254245"/>
            <a:chExt cx="1283920" cy="438755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275586A-143F-BC43-B0E4-871998957CF3}"/>
                </a:ext>
              </a:extLst>
            </p:cNvPr>
            <p:cNvGrpSpPr/>
            <p:nvPr userDrawn="1"/>
          </p:nvGrpSpPr>
          <p:grpSpPr>
            <a:xfrm>
              <a:off x="11275382" y="284960"/>
              <a:ext cx="640538" cy="388988"/>
              <a:chOff x="11280000" y="171573"/>
              <a:chExt cx="640538" cy="388988"/>
            </a:xfrm>
          </p:grpSpPr>
          <p:grpSp>
            <p:nvGrpSpPr>
              <p:cNvPr id="19" name="Groupe 1">
                <a:extLst>
                  <a:ext uri="{FF2B5EF4-FFF2-40B4-BE49-F238E27FC236}">
                    <a16:creationId xmlns:a16="http://schemas.microsoft.com/office/drawing/2014/main" id="{F7D0768F-1660-D34C-90B4-99BF90BD83A3}"/>
                  </a:ext>
                </a:extLst>
              </p:cNvPr>
              <p:cNvGrpSpPr/>
              <p:nvPr userDrawn="1"/>
            </p:nvGrpSpPr>
            <p:grpSpPr>
              <a:xfrm>
                <a:off x="11501102" y="171573"/>
                <a:ext cx="419436" cy="388988"/>
                <a:chOff x="11501102" y="171573"/>
                <a:chExt cx="419436" cy="388988"/>
              </a:xfrm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5992232A-C3D1-E44B-9BBB-841952723666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11644642" y="334376"/>
                  <a:ext cx="275896" cy="226185"/>
                </a:xfrm>
                <a:custGeom>
                  <a:avLst/>
                  <a:gdLst/>
                  <a:ahLst/>
                  <a:cxnLst>
                    <a:cxn ang="0">
                      <a:pos x="125" y="107"/>
                    </a:cxn>
                    <a:cxn ang="0">
                      <a:pos x="188" y="43"/>
                    </a:cxn>
                    <a:cxn ang="0">
                      <a:pos x="141" y="0"/>
                    </a:cxn>
                    <a:cxn ang="0">
                      <a:pos x="49" y="99"/>
                    </a:cxn>
                    <a:cxn ang="0">
                      <a:pos x="0" y="144"/>
                    </a:cxn>
                    <a:cxn ang="0">
                      <a:pos x="37" y="154"/>
                    </a:cxn>
                    <a:cxn ang="0">
                      <a:pos x="125" y="125"/>
                    </a:cxn>
                    <a:cxn ang="0">
                      <a:pos x="81" y="86"/>
                    </a:cxn>
                    <a:cxn ang="0">
                      <a:pos x="125" y="107"/>
                    </a:cxn>
                  </a:cxnLst>
                  <a:rect l="0" t="0" r="r" b="b"/>
                  <a:pathLst>
                    <a:path w="188" h="154">
                      <a:moveTo>
                        <a:pt x="125" y="107"/>
                      </a:moveTo>
                      <a:cubicBezTo>
                        <a:pt x="160" y="107"/>
                        <a:pt x="188" y="78"/>
                        <a:pt x="188" y="43"/>
                      </a:cubicBezTo>
                      <a:cubicBezTo>
                        <a:pt x="186" y="28"/>
                        <a:pt x="181" y="0"/>
                        <a:pt x="141" y="0"/>
                      </a:cubicBezTo>
                      <a:cubicBezTo>
                        <a:pt x="99" y="0"/>
                        <a:pt x="84" y="60"/>
                        <a:pt x="49" y="99"/>
                      </a:cubicBezTo>
                      <a:cubicBezTo>
                        <a:pt x="47" y="121"/>
                        <a:pt x="26" y="140"/>
                        <a:pt x="0" y="144"/>
                      </a:cubicBezTo>
                      <a:cubicBezTo>
                        <a:pt x="6" y="150"/>
                        <a:pt x="20" y="154"/>
                        <a:pt x="37" y="154"/>
                      </a:cubicBezTo>
                      <a:cubicBezTo>
                        <a:pt x="68" y="154"/>
                        <a:pt x="106" y="145"/>
                        <a:pt x="125" y="125"/>
                      </a:cubicBezTo>
                      <a:cubicBezTo>
                        <a:pt x="99" y="126"/>
                        <a:pt x="82" y="109"/>
                        <a:pt x="81" y="86"/>
                      </a:cubicBezTo>
                      <a:cubicBezTo>
                        <a:pt x="93" y="101"/>
                        <a:pt x="108" y="107"/>
                        <a:pt x="125" y="107"/>
                      </a:cubicBezTo>
                    </a:path>
                  </a:pathLst>
                </a:custGeom>
                <a:solidFill>
                  <a:srgbClr val="12AB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219DA134-B5A2-D94E-BFFE-856C727E8EC6}"/>
                    </a:ext>
                  </a:extLst>
                </p:cNvPr>
                <p:cNvSpPr>
                  <a:spLocks/>
                </p:cNvSpPr>
                <p:nvPr userDrawn="1"/>
              </p:nvSpPr>
              <p:spPr bwMode="auto">
                <a:xfrm>
                  <a:off x="11501102" y="171573"/>
                  <a:ext cx="419436" cy="356676"/>
                </a:xfrm>
                <a:custGeom>
                  <a:avLst/>
                  <a:gdLst/>
                  <a:ahLst/>
                  <a:cxnLst>
                    <a:cxn ang="0">
                      <a:pos x="286" y="152"/>
                    </a:cxn>
                    <a:cxn ang="0">
                      <a:pos x="237" y="51"/>
                    </a:cxn>
                    <a:cxn ang="0">
                      <a:pos x="160" y="3"/>
                    </a:cxn>
                    <a:cxn ang="0">
                      <a:pos x="153" y="0"/>
                    </a:cxn>
                    <a:cxn ang="0">
                      <a:pos x="153" y="0"/>
                    </a:cxn>
                    <a:cxn ang="0">
                      <a:pos x="0" y="158"/>
                    </a:cxn>
                    <a:cxn ang="0">
                      <a:pos x="53" y="236"/>
                    </a:cxn>
                    <a:cxn ang="0">
                      <a:pos x="107" y="237"/>
                    </a:cxn>
                    <a:cxn ang="0">
                      <a:pos x="147" y="210"/>
                    </a:cxn>
                    <a:cxn ang="0">
                      <a:pos x="239" y="111"/>
                    </a:cxn>
                    <a:cxn ang="0">
                      <a:pos x="286" y="154"/>
                    </a:cxn>
                    <a:cxn ang="0">
                      <a:pos x="286" y="152"/>
                    </a:cxn>
                  </a:cxnLst>
                  <a:rect l="0" t="0" r="r" b="b"/>
                  <a:pathLst>
                    <a:path w="286" h="243">
                      <a:moveTo>
                        <a:pt x="286" y="152"/>
                      </a:moveTo>
                      <a:cubicBezTo>
                        <a:pt x="286" y="112"/>
                        <a:pt x="266" y="78"/>
                        <a:pt x="237" y="51"/>
                      </a:cubicBezTo>
                      <a:cubicBezTo>
                        <a:pt x="215" y="30"/>
                        <a:pt x="188" y="15"/>
                        <a:pt x="160" y="3"/>
                      </a:cubicBezTo>
                      <a:cubicBezTo>
                        <a:pt x="158" y="2"/>
                        <a:pt x="156" y="1"/>
                        <a:pt x="153" y="0"/>
                      </a:cubicBezTo>
                      <a:cubicBezTo>
                        <a:pt x="153" y="0"/>
                        <a:pt x="153" y="0"/>
                        <a:pt x="153" y="0"/>
                      </a:cubicBezTo>
                      <a:cubicBezTo>
                        <a:pt x="119" y="41"/>
                        <a:pt x="0" y="72"/>
                        <a:pt x="0" y="158"/>
                      </a:cubicBezTo>
                      <a:cubicBezTo>
                        <a:pt x="0" y="192"/>
                        <a:pt x="21" y="224"/>
                        <a:pt x="53" y="236"/>
                      </a:cubicBezTo>
                      <a:cubicBezTo>
                        <a:pt x="71" y="243"/>
                        <a:pt x="89" y="243"/>
                        <a:pt x="107" y="237"/>
                      </a:cubicBezTo>
                      <a:cubicBezTo>
                        <a:pt x="123" y="232"/>
                        <a:pt x="136" y="222"/>
                        <a:pt x="147" y="210"/>
                      </a:cubicBezTo>
                      <a:cubicBezTo>
                        <a:pt x="182" y="171"/>
                        <a:pt x="197" y="111"/>
                        <a:pt x="239" y="111"/>
                      </a:cubicBezTo>
                      <a:cubicBezTo>
                        <a:pt x="279" y="111"/>
                        <a:pt x="284" y="139"/>
                        <a:pt x="286" y="154"/>
                      </a:cubicBezTo>
                      <a:cubicBezTo>
                        <a:pt x="286" y="154"/>
                        <a:pt x="286" y="153"/>
                        <a:pt x="286" y="152"/>
                      </a:cubicBezTo>
                    </a:path>
                  </a:pathLst>
                </a:custGeom>
                <a:solidFill>
                  <a:srgbClr val="0070A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>
                    <a:solidFill>
                      <a:prstClr val="black"/>
                    </a:solidFill>
                  </a:endParaRPr>
                </a:p>
              </p:txBody>
            </p:sp>
          </p:grpSp>
          <p:cxnSp>
            <p:nvCxnSpPr>
              <p:cNvPr id="20" name="Straight Connector 4">
                <a:extLst>
                  <a:ext uri="{FF2B5EF4-FFF2-40B4-BE49-F238E27FC236}">
                    <a16:creationId xmlns:a16="http://schemas.microsoft.com/office/drawing/2014/main" id="{73CAB9E9-0919-9D4E-9C4F-D51BC6A01653}"/>
                  </a:ext>
                </a:extLst>
              </p:cNvPr>
              <p:cNvCxnSpPr/>
              <p:nvPr userDrawn="1"/>
            </p:nvCxnSpPr>
            <p:spPr>
              <a:xfrm>
                <a:off x="11280000" y="171573"/>
                <a:ext cx="0" cy="380877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AF6F63C-849F-3240-BCD2-0FD89E7223C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632000" y="254245"/>
              <a:ext cx="449395" cy="438755"/>
            </a:xfrm>
            <a:prstGeom prst="rect">
              <a:avLst/>
            </a:prstGeom>
          </p:spPr>
        </p:pic>
      </p:grp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24319D-02CC-441E-87B5-E9D15DE8CA35}"/>
              </a:ext>
            </a:extLst>
          </p:cNvPr>
          <p:cNvSpPr txBox="1">
            <a:spLocks/>
          </p:cNvSpPr>
          <p:nvPr userDrawn="1"/>
        </p:nvSpPr>
        <p:spPr>
          <a:xfrm>
            <a:off x="227348" y="6650661"/>
            <a:ext cx="4716524" cy="123111"/>
          </a:xfrm>
          <a:prstGeom prst="rect">
            <a:avLst/>
          </a:prstGeom>
        </p:spPr>
        <p:txBody>
          <a:bodyPr wrap="none"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Capgemini proposal for LEPSI MAKE RFP | </a:t>
            </a:r>
            <a:r>
              <a:rPr lang="en-US">
                <a:ea typeface="Verdana"/>
                <a:cs typeface="Calibri"/>
              </a:rPr>
              <a:t>Provider Profile</a:t>
            </a:r>
            <a:endParaRPr lang="en-US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E824319D-02CC-441E-87B5-E9D15DE8CA35}"/>
              </a:ext>
            </a:extLst>
          </p:cNvPr>
          <p:cNvSpPr txBox="1">
            <a:spLocks/>
          </p:cNvSpPr>
          <p:nvPr userDrawn="1"/>
        </p:nvSpPr>
        <p:spPr>
          <a:xfrm>
            <a:off x="9017223" y="6650661"/>
            <a:ext cx="2664297" cy="12311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>
                <a:solidFill>
                  <a:srgbClr val="7F7F7F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>
                <a:solidFill>
                  <a:srgbClr val="FFFFFF">
                    <a:lumMod val="65000"/>
                  </a:srgbClr>
                </a:solidFill>
              </a:rPr>
              <a:t>© Capgemini 2019. All rights reserved  </a:t>
            </a:r>
            <a:r>
              <a:rPr lang="en-US">
                <a:solidFill>
                  <a:srgbClr val="0070AD"/>
                </a:solidFill>
              </a:rPr>
              <a:t>|</a:t>
            </a:r>
          </a:p>
        </p:txBody>
      </p:sp>
      <p:sp>
        <p:nvSpPr>
          <p:cNvPr id="15" name="TextBox 14"/>
          <p:cNvSpPr txBox="1"/>
          <p:nvPr userDrawn="1"/>
        </p:nvSpPr>
        <p:spPr bwMode="gray">
          <a:xfrm>
            <a:off x="11813256" y="6661306"/>
            <a:ext cx="186744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 defTabSz="957756"/>
            <a:fld id="{6A895693-0027-4F28-9367-92E39A51F51C}" type="slidenum">
              <a:rPr lang="en-US" sz="800">
                <a:solidFill>
                  <a:srgbClr val="9F958F"/>
                </a:solidFill>
              </a:rPr>
              <a:pPr algn="ctr" defTabSz="957756"/>
              <a:t>‹#›</a:t>
            </a:fld>
            <a:endParaRPr lang="en-US" sz="800">
              <a:solidFill>
                <a:srgbClr val="9F95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766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marL="0" marR="0" indent="0" algn="l" defTabSz="91440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2400" b="0" i="0" u="none" strike="noStrike" kern="1200" cap="none" spc="0" normalizeH="0" baseline="0" noProof="0" dirty="0">
          <a:ln>
            <a:noFill/>
          </a:ln>
          <a:solidFill>
            <a:schemeClr val="accent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j-lt"/>
          <a:ea typeface="+mn-ea"/>
          <a:cs typeface="+mn-cs"/>
        </a:defRPr>
      </a:lvl1pPr>
      <a:lvl2pPr marL="2667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4445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3pPr>
      <a:lvl4pPr marL="622300" indent="-177800" algn="l" defTabSz="914400" rtl="0" eaLnBrk="1" latinLnBrk="0" hangingPunct="1">
        <a:lnSpc>
          <a:spcPct val="90000"/>
        </a:lnSpc>
        <a:spcBef>
          <a:spcPts val="500"/>
        </a:spcBef>
        <a:buClr>
          <a:schemeClr val="accent3"/>
        </a:buClr>
        <a:buFont typeface="Verdana" panose="020B0604030504040204" pitchFamily="34" charset="0"/>
        <a:buChar char="‒"/>
        <a:defRPr sz="1400" kern="1200">
          <a:solidFill>
            <a:schemeClr val="tx1"/>
          </a:solidFill>
          <a:latin typeface="+mj-lt"/>
          <a:ea typeface="+mn-ea"/>
          <a:cs typeface="+mn-cs"/>
        </a:defRPr>
      </a:lvl4pPr>
      <a:lvl5pPr marL="812800" indent="-190500" algn="l" defTabSz="914400" rtl="0" eaLnBrk="1" latinLnBrk="0" hangingPunct="1">
        <a:lnSpc>
          <a:spcPct val="9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7506">
          <p15:clr>
            <a:srgbClr val="F26B43"/>
          </p15:clr>
        </p15:guide>
        <p15:guide id="3" orient="horz" pos="4088">
          <p15:clr>
            <a:srgbClr val="F26B43"/>
          </p15:clr>
        </p15:guide>
        <p15:guide id="4" pos="143">
          <p15:clr>
            <a:srgbClr val="F26B43"/>
          </p15:clr>
        </p15:guide>
        <p15:guide id="5" orient="horz" pos="1139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" y="1"/>
          <a:ext cx="195384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60" imgH="360" progId="">
                  <p:embed/>
                </p:oleObj>
              </mc:Choice>
              <mc:Fallback>
                <p:oleObj name="think-cell Slide" r:id="rId10" imgW="360" imgH="360" progId="">
                  <p:embed/>
                  <p:pic>
                    <p:nvPicPr>
                      <p:cNvPr id="8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95384" cy="1587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" y="1"/>
            <a:ext cx="12191999" cy="1062180"/>
          </a:xfrm>
          <a:prstGeom prst="rect">
            <a:avLst/>
          </a:prstGeom>
        </p:spPr>
        <p:txBody>
          <a:bodyPr vert="horz" lIns="253554" tIns="28173" rIns="140864" bIns="28173" rtlCol="0" anchor="ctr">
            <a:noAutofit/>
          </a:bodyPr>
          <a:lstStyle/>
          <a:p>
            <a:r>
              <a:rPr lang="en-US" noProof="0" err="1"/>
              <a:t>Cliquez</a:t>
            </a:r>
            <a:r>
              <a:rPr lang="en-US" noProof="0"/>
              <a:t> pour modifier le style du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398022" y="1501978"/>
            <a:ext cx="11616153" cy="4636540"/>
          </a:xfrm>
          <a:prstGeom prst="rect">
            <a:avLst/>
          </a:prstGeom>
        </p:spPr>
        <p:txBody>
          <a:bodyPr vert="horz" lIns="92038" tIns="61358" rIns="61358" bIns="61358" rtlCol="0">
            <a:noAutofit/>
          </a:bodyPr>
          <a:lstStyle/>
          <a:p>
            <a:pPr lvl="0"/>
            <a:r>
              <a:rPr lang="en-US" noProof="0"/>
              <a:t>Click to edit Master text style</a:t>
            </a:r>
          </a:p>
          <a:p>
            <a:pPr lvl="1"/>
            <a:r>
              <a:rPr lang="en-US" noProof="0"/>
              <a:t>Text style level 2</a:t>
            </a:r>
          </a:p>
          <a:p>
            <a:pPr lvl="2"/>
            <a:r>
              <a:rPr lang="en-US" noProof="0"/>
              <a:t>Text style level 3</a:t>
            </a:r>
          </a:p>
          <a:p>
            <a:pPr lvl="3"/>
            <a:r>
              <a:rPr lang="en-US" noProof="0"/>
              <a:t>Text style level 4</a:t>
            </a:r>
          </a:p>
        </p:txBody>
      </p:sp>
      <p:sp>
        <p:nvSpPr>
          <p:cNvPr id="17" name="Line 7"/>
          <p:cNvSpPr>
            <a:spLocks noChangeShapeType="1"/>
          </p:cNvSpPr>
          <p:nvPr userDrawn="1"/>
        </p:nvSpPr>
        <p:spPr bwMode="gray">
          <a:xfrm>
            <a:off x="11588751" y="6450412"/>
            <a:ext cx="0" cy="319616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defTabSz="1088239"/>
            <a:endParaRPr lang="en-US" sz="2133">
              <a:solidFill>
                <a:srgbClr val="0070AD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 userDrawn="1"/>
        </p:nvSpPr>
        <p:spPr bwMode="gray">
          <a:xfrm>
            <a:off x="11588753" y="6448295"/>
            <a:ext cx="603249" cy="323851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lg" len="lg"/>
          </a:ln>
          <a:effectLst/>
        </p:spPr>
        <p:txBody>
          <a:bodyPr anchor="ctr" anchorCtr="1"/>
          <a:lstStyle/>
          <a:p>
            <a:pPr defTabSz="1088239" eaLnBrk="0" hangingPunct="0">
              <a:lnSpc>
                <a:spcPct val="85000"/>
              </a:lnSpc>
            </a:pPr>
            <a:fld id="{D8875A08-D8CE-4767-B6E0-EF624296B065}" type="slidenum">
              <a:rPr lang="en-US" sz="933">
                <a:solidFill>
                  <a:srgbClr val="969696"/>
                </a:solidFill>
                <a:ea typeface="Verdana" panose="020B0604030504040204" pitchFamily="34" charset="0"/>
                <a:cs typeface="Verdana" panose="020B0604030504040204" pitchFamily="34" charset="0"/>
              </a:rPr>
              <a:pPr defTabSz="1088239" eaLnBrk="0" hangingPunct="0">
                <a:lnSpc>
                  <a:spcPct val="85000"/>
                </a:lnSpc>
              </a:pPr>
              <a:t>‹#›</a:t>
            </a:fld>
            <a:endParaRPr lang="en-US" sz="933">
              <a:solidFill>
                <a:srgbClr val="969696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 userDrawn="1"/>
        </p:nvSpPr>
        <p:spPr bwMode="gray">
          <a:xfrm>
            <a:off x="5475818" y="6513913"/>
            <a:ext cx="6068484" cy="179601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 algn="r" defTabSz="1088239" eaLnBrk="0" hangingPunct="0">
              <a:lnSpc>
                <a:spcPct val="85000"/>
              </a:lnSpc>
            </a:pPr>
            <a:r>
              <a:rPr lang="en-US" sz="667">
                <a:solidFill>
                  <a:srgbClr val="0070AD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Copyright © 2019 Capgemini. All rights reserved.</a:t>
            </a:r>
          </a:p>
        </p:txBody>
      </p:sp>
      <p:pic>
        <p:nvPicPr>
          <p:cNvPr id="24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6831" y="6429448"/>
            <a:ext cx="1412968" cy="31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76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</p:sldLayoutIdLst>
  <p:txStyles>
    <p:titleStyle>
      <a:lvl1pPr algn="l" defTabSz="1038910" rtl="0" eaLnBrk="1" latinLnBrk="0" hangingPunct="1">
        <a:lnSpc>
          <a:spcPct val="85000"/>
        </a:lnSpc>
        <a:spcBef>
          <a:spcPct val="0"/>
        </a:spcBef>
        <a:buNone/>
        <a:defRPr sz="2400" b="0" kern="1200" spc="-93" baseline="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02676" indent="-302676" algn="l" defTabSz="1038910" rtl="0" eaLnBrk="1" latinLnBrk="0" hangingPunct="1">
        <a:lnSpc>
          <a:spcPct val="90000"/>
        </a:lnSpc>
        <a:spcBef>
          <a:spcPts val="0"/>
        </a:spcBef>
        <a:spcAft>
          <a:spcPts val="681"/>
        </a:spcAft>
        <a:buClr>
          <a:schemeClr val="accent2"/>
        </a:buClr>
        <a:buFont typeface="Wingdings" pitchFamily="2" charset="2"/>
        <a:buChar char="§"/>
        <a:defRPr sz="2000" b="0" kern="1200" spc="-93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15935" indent="-292093" algn="l" defTabSz="1038910" rtl="0" eaLnBrk="1" latinLnBrk="0" hangingPunct="1">
        <a:lnSpc>
          <a:spcPct val="90000"/>
        </a:lnSpc>
        <a:spcBef>
          <a:spcPts val="0"/>
        </a:spcBef>
        <a:spcAft>
          <a:spcPts val="681"/>
        </a:spcAft>
        <a:buClr>
          <a:schemeClr val="accent2"/>
        </a:buClr>
        <a:buFont typeface="Arial" panose="020B0604020202020204" pitchFamily="34" charset="0"/>
        <a:buChar char="–"/>
        <a:defRPr sz="1600" kern="1200" spc="-93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842412" indent="-186262" algn="l" defTabSz="1038910" rtl="0" eaLnBrk="1" latinLnBrk="0" hangingPunct="1">
        <a:lnSpc>
          <a:spcPct val="90000"/>
        </a:lnSpc>
        <a:spcBef>
          <a:spcPts val="0"/>
        </a:spcBef>
        <a:spcAft>
          <a:spcPts val="681"/>
        </a:spcAft>
        <a:buClr>
          <a:schemeClr val="accent2"/>
        </a:buClr>
        <a:buFont typeface="Arial" pitchFamily="34" charset="0"/>
        <a:buChar char="•"/>
        <a:defRPr sz="1400" kern="1200" spc="-93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068891" indent="-186262" algn="l" defTabSz="1038910" rtl="0" eaLnBrk="1" latinLnBrk="0" hangingPunct="1">
        <a:lnSpc>
          <a:spcPct val="90000"/>
        </a:lnSpc>
        <a:spcBef>
          <a:spcPts val="0"/>
        </a:spcBef>
        <a:spcAft>
          <a:spcPts val="681"/>
        </a:spcAft>
        <a:buClr>
          <a:schemeClr val="accent2"/>
        </a:buClr>
        <a:buFont typeface="Courier New" panose="02070309020205020404" pitchFamily="49" charset="0"/>
        <a:buChar char="o"/>
        <a:defRPr sz="1400" kern="1200" spc="-93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828917" indent="-220048" algn="l" defTabSz="1038910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867" kern="1200">
          <a:solidFill>
            <a:srgbClr val="494949"/>
          </a:solidFill>
          <a:latin typeface="+mn-lt"/>
          <a:ea typeface="+mn-ea"/>
          <a:cs typeface="+mn-cs"/>
        </a:defRPr>
      </a:lvl5pPr>
      <a:lvl6pPr marL="2857005" indent="-259728" algn="l" defTabSz="1038910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6pPr>
      <a:lvl7pPr marL="3376460" indent="-259728" algn="l" defTabSz="1038910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7pPr>
      <a:lvl8pPr marL="3895915" indent="-259728" algn="l" defTabSz="1038910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8pPr>
      <a:lvl9pPr marL="4415370" indent="-259728" algn="l" defTabSz="1038910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9455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8910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8365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7821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7276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6731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36188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55643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7"/>
            </p:custDataLst>
          </p:nvPr>
        </p:nvGraphicFramePr>
        <p:xfrm>
          <a:off x="1" y="1"/>
          <a:ext cx="195384" cy="158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60" imgH="360" progId="">
                  <p:embed/>
                </p:oleObj>
              </mc:Choice>
              <mc:Fallback>
                <p:oleObj name="think-cell Slide" r:id="rId10" imgW="360" imgH="360" progId="">
                  <p:embed/>
                  <p:pic>
                    <p:nvPicPr>
                      <p:cNvPr id="8" name="Object 7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1"/>
                        <a:ext cx="195384" cy="1587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2" y="1"/>
            <a:ext cx="12191999" cy="1062180"/>
          </a:xfrm>
          <a:prstGeom prst="rect">
            <a:avLst/>
          </a:prstGeom>
        </p:spPr>
        <p:txBody>
          <a:bodyPr vert="horz" lIns="253554" tIns="28173" rIns="140864" bIns="28173" rtlCol="0" anchor="ctr">
            <a:noAutofit/>
          </a:bodyPr>
          <a:lstStyle/>
          <a:p>
            <a:r>
              <a:rPr lang="en-US" noProof="0" err="1"/>
              <a:t>Cliquez</a:t>
            </a:r>
            <a:r>
              <a:rPr lang="en-US" noProof="0"/>
              <a:t> pour modifier le style du </a:t>
            </a:r>
            <a:r>
              <a:rPr lang="en-US" noProof="0" err="1"/>
              <a:t>titre</a:t>
            </a:r>
            <a:endParaRPr lang="en-US" noProof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9"/>
            </p:custDataLst>
          </p:nvPr>
        </p:nvSpPr>
        <p:spPr>
          <a:xfrm>
            <a:off x="398022" y="1501978"/>
            <a:ext cx="11616153" cy="4636540"/>
          </a:xfrm>
          <a:prstGeom prst="rect">
            <a:avLst/>
          </a:prstGeom>
        </p:spPr>
        <p:txBody>
          <a:bodyPr vert="horz" lIns="92038" tIns="61358" rIns="61358" bIns="61358" rtlCol="0">
            <a:noAutofit/>
          </a:bodyPr>
          <a:lstStyle/>
          <a:p>
            <a:pPr lvl="0"/>
            <a:r>
              <a:rPr lang="en-US" noProof="0"/>
              <a:t>Click to edit Master text style</a:t>
            </a:r>
          </a:p>
          <a:p>
            <a:pPr lvl="1"/>
            <a:r>
              <a:rPr lang="en-US" noProof="0"/>
              <a:t>Text style level 2</a:t>
            </a:r>
          </a:p>
          <a:p>
            <a:pPr lvl="2"/>
            <a:r>
              <a:rPr lang="en-US" noProof="0"/>
              <a:t>Text style level 3</a:t>
            </a:r>
          </a:p>
          <a:p>
            <a:pPr lvl="3"/>
            <a:r>
              <a:rPr lang="en-US" noProof="0"/>
              <a:t>Text style level 4</a:t>
            </a:r>
          </a:p>
        </p:txBody>
      </p:sp>
      <p:sp>
        <p:nvSpPr>
          <p:cNvPr id="17" name="Line 7"/>
          <p:cNvSpPr>
            <a:spLocks noChangeShapeType="1"/>
          </p:cNvSpPr>
          <p:nvPr userDrawn="1"/>
        </p:nvSpPr>
        <p:spPr bwMode="gray">
          <a:xfrm>
            <a:off x="11588751" y="6450412"/>
            <a:ext cx="0" cy="319616"/>
          </a:xfrm>
          <a:prstGeom prst="line">
            <a:avLst/>
          </a:prstGeom>
          <a:noFill/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sz="2133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 userDrawn="1"/>
        </p:nvSpPr>
        <p:spPr bwMode="gray">
          <a:xfrm>
            <a:off x="11588753" y="6448295"/>
            <a:ext cx="603249" cy="323851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lg" len="lg"/>
          </a:ln>
          <a:effectLst/>
        </p:spPr>
        <p:txBody>
          <a:bodyPr anchor="ctr" anchorCtr="1"/>
          <a:lstStyle/>
          <a:p>
            <a:pPr eaLnBrk="0" hangingPunct="0">
              <a:lnSpc>
                <a:spcPct val="85000"/>
              </a:lnSpc>
            </a:pPr>
            <a:fld id="{D8875A08-D8CE-4767-B6E0-EF624296B065}" type="slidenum">
              <a:rPr lang="en-US" sz="933">
                <a:solidFill>
                  <a:srgbClr val="96969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pPr eaLnBrk="0" hangingPunct="0">
                <a:lnSpc>
                  <a:spcPct val="85000"/>
                </a:lnSpc>
              </a:pPr>
              <a:t>‹#›</a:t>
            </a:fld>
            <a:endParaRPr lang="en-US" sz="933">
              <a:solidFill>
                <a:srgbClr val="96969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9" name="Text Box 9"/>
          <p:cNvSpPr txBox="1">
            <a:spLocks noChangeArrowheads="1"/>
          </p:cNvSpPr>
          <p:nvPr userDrawn="1"/>
        </p:nvSpPr>
        <p:spPr bwMode="gray">
          <a:xfrm>
            <a:off x="5475818" y="6513913"/>
            <a:ext cx="6068484" cy="179601"/>
          </a:xfrm>
          <a:prstGeom prst="rect">
            <a:avLst/>
          </a:prstGeom>
          <a:noFill/>
          <a:ln w="12700" algn="ctr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pPr algn="r" eaLnBrk="0" hangingPunct="0">
              <a:lnSpc>
                <a:spcPct val="85000"/>
              </a:lnSpc>
            </a:pPr>
            <a:r>
              <a:rPr lang="en-US" sz="667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2019 Capgemini. All rights reserved.</a:t>
            </a:r>
          </a:p>
        </p:txBody>
      </p:sp>
      <p:pic>
        <p:nvPicPr>
          <p:cNvPr id="24" name="Graphic 9">
            <a:extLst>
              <a:ext uri="{FF2B5EF4-FFF2-40B4-BE49-F238E27FC236}">
                <a16:creationId xmlns:a16="http://schemas.microsoft.com/office/drawing/2014/main" id="{C3D2EC56-D17C-4A75-8178-C69397BC735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06831" y="6429448"/>
            <a:ext cx="1412968" cy="31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27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</p:sldLayoutIdLst>
  <p:txStyles>
    <p:titleStyle>
      <a:lvl1pPr algn="l" defTabSz="1038910" rtl="0" eaLnBrk="1" latinLnBrk="0" hangingPunct="1">
        <a:lnSpc>
          <a:spcPct val="85000"/>
        </a:lnSpc>
        <a:spcBef>
          <a:spcPct val="0"/>
        </a:spcBef>
        <a:buNone/>
        <a:defRPr sz="2400" b="0" kern="1200" spc="-93" baseline="0">
          <a:solidFill>
            <a:schemeClr val="tx2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02676" indent="-302676" algn="l" defTabSz="1038910" rtl="0" eaLnBrk="1" latinLnBrk="0" hangingPunct="1">
        <a:lnSpc>
          <a:spcPct val="90000"/>
        </a:lnSpc>
        <a:spcBef>
          <a:spcPts val="0"/>
        </a:spcBef>
        <a:spcAft>
          <a:spcPts val="681"/>
        </a:spcAft>
        <a:buClr>
          <a:schemeClr val="accent2"/>
        </a:buClr>
        <a:buFont typeface="Wingdings" pitchFamily="2" charset="2"/>
        <a:buChar char="§"/>
        <a:defRPr sz="2000" b="0" kern="1200" spc="-93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15935" indent="-292093" algn="l" defTabSz="1038910" rtl="0" eaLnBrk="1" latinLnBrk="0" hangingPunct="1">
        <a:lnSpc>
          <a:spcPct val="90000"/>
        </a:lnSpc>
        <a:spcBef>
          <a:spcPts val="0"/>
        </a:spcBef>
        <a:spcAft>
          <a:spcPts val="681"/>
        </a:spcAft>
        <a:buClr>
          <a:schemeClr val="accent2"/>
        </a:buClr>
        <a:buFont typeface="Arial" panose="020B0604020202020204" pitchFamily="34" charset="0"/>
        <a:buChar char="–"/>
        <a:defRPr sz="1600" kern="1200" spc="-93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842412" indent="-186262" algn="l" defTabSz="1038910" rtl="0" eaLnBrk="1" latinLnBrk="0" hangingPunct="1">
        <a:lnSpc>
          <a:spcPct val="90000"/>
        </a:lnSpc>
        <a:spcBef>
          <a:spcPts val="0"/>
        </a:spcBef>
        <a:spcAft>
          <a:spcPts val="681"/>
        </a:spcAft>
        <a:buClr>
          <a:schemeClr val="accent2"/>
        </a:buClr>
        <a:buFont typeface="Arial" pitchFamily="34" charset="0"/>
        <a:buChar char="•"/>
        <a:defRPr sz="1400" kern="1200" spc="-93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068891" indent="-186262" algn="l" defTabSz="1038910" rtl="0" eaLnBrk="1" latinLnBrk="0" hangingPunct="1">
        <a:lnSpc>
          <a:spcPct val="90000"/>
        </a:lnSpc>
        <a:spcBef>
          <a:spcPts val="0"/>
        </a:spcBef>
        <a:spcAft>
          <a:spcPts val="681"/>
        </a:spcAft>
        <a:buClr>
          <a:schemeClr val="accent2"/>
        </a:buClr>
        <a:buFont typeface="Courier New" panose="02070309020205020404" pitchFamily="49" charset="0"/>
        <a:buChar char="o"/>
        <a:defRPr sz="1400" kern="1200" spc="-93" baseline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1828917" indent="-220048" algn="l" defTabSz="1038910" rtl="0" eaLnBrk="1" latinLnBrk="0" hangingPunct="1">
        <a:spcBef>
          <a:spcPts val="0"/>
        </a:spcBef>
        <a:buClr>
          <a:srgbClr val="B1B1B1"/>
        </a:buClr>
        <a:buFont typeface="Arial" pitchFamily="34" charset="0"/>
        <a:buChar char="–"/>
        <a:defRPr sz="1867" kern="1200">
          <a:solidFill>
            <a:srgbClr val="494949"/>
          </a:solidFill>
          <a:latin typeface="+mn-lt"/>
          <a:ea typeface="+mn-ea"/>
          <a:cs typeface="+mn-cs"/>
        </a:defRPr>
      </a:lvl5pPr>
      <a:lvl6pPr marL="2857005" indent="-259728" algn="l" defTabSz="1038910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6pPr>
      <a:lvl7pPr marL="3376460" indent="-259728" algn="l" defTabSz="1038910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7pPr>
      <a:lvl8pPr marL="3895915" indent="-259728" algn="l" defTabSz="1038910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8pPr>
      <a:lvl9pPr marL="4415370" indent="-259728" algn="l" defTabSz="1038910" rtl="0" eaLnBrk="1" latinLnBrk="0" hangingPunct="1">
        <a:spcBef>
          <a:spcPct val="20000"/>
        </a:spcBef>
        <a:buFont typeface="Arial" pitchFamily="34" charset="0"/>
        <a:buChar char="•"/>
        <a:defRPr sz="22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9455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8910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58365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7821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97276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116731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36188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55643" algn="l" defTabSz="103891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10"/>
          <p:cNvSpPr txBox="1">
            <a:spLocks/>
          </p:cNvSpPr>
          <p:nvPr/>
        </p:nvSpPr>
        <p:spPr>
          <a:xfrm>
            <a:off x="4182141" y="3010984"/>
            <a:ext cx="3514306" cy="998769"/>
          </a:xfrm>
          <a:prstGeom prst="rect">
            <a:avLst/>
          </a:prstGeom>
          <a:noFill/>
        </p:spPr>
        <p:txBody>
          <a:bodyPr lIns="91440" tIns="2743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C37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1100" b="1" dirty="0">
                <a:solidFill>
                  <a:srgbClr val="000000"/>
                </a:solidFill>
                <a:latin typeface="Verdana"/>
                <a:ea typeface="Verdana"/>
              </a:rPr>
              <a:t>Microsoft AZ – 900 Certified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C37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Verdana"/>
              </a:rPr>
              <a:t>Cumulocity IOT Basic - Certified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C37A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IN" sz="1050" b="1" dirty="0"/>
              <a:t>Mendix Rapid Developer – Certified</a:t>
            </a:r>
            <a:endParaRPr lang="en-GB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Verdana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C37A"/>
              </a:buClr>
              <a:buFont typeface="Wingdings" panose="05000000000000000000" pitchFamily="2" charset="2"/>
              <a:buChar char="§"/>
              <a:defRPr/>
            </a:pPr>
            <a:r>
              <a:rPr lang="en-GB" sz="1100" dirty="0">
                <a:solidFill>
                  <a:srgbClr val="000000"/>
                </a:solidFill>
                <a:latin typeface="Verdana"/>
                <a:ea typeface="Verdana"/>
              </a:rPr>
              <a:t>Attended "Basics of IOT" Workshop in college</a:t>
            </a:r>
            <a:endParaRPr lang="en-US" dirty="0">
              <a:solidFill>
                <a:srgbClr val="000000"/>
              </a:solidFill>
              <a:latin typeface="Verdana"/>
              <a:ea typeface="Verdana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C37A"/>
              </a:buClr>
              <a:buFont typeface="Wingdings" panose="05000000000000000000" pitchFamily="2" charset="2"/>
              <a:buChar char="§"/>
              <a:defRPr/>
            </a:pPr>
            <a:r>
              <a:rPr lang="en-GB" sz="1100" dirty="0">
                <a:solidFill>
                  <a:srgbClr val="000000"/>
                </a:solidFill>
                <a:latin typeface="Verdana"/>
              </a:rPr>
              <a:t>Completed Capgemini training on Full Stack Web Development </a:t>
            </a:r>
            <a:endParaRPr lang="en-US" dirty="0">
              <a:ea typeface="Verdana"/>
            </a:endParaRP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C37A"/>
              </a:buClr>
              <a:buFont typeface="Wingdings" panose="05000000000000000000" pitchFamily="2" charset="2"/>
              <a:buChar char="§"/>
              <a:defRPr/>
            </a:pPr>
            <a:r>
              <a:rPr lang="en-GB" sz="1100" dirty="0">
                <a:solidFill>
                  <a:srgbClr val="000000"/>
                </a:solidFill>
                <a:latin typeface="Verdana"/>
                <a:ea typeface="Verdana"/>
              </a:rPr>
              <a:t>"Programming in C" - Coursera </a:t>
            </a:r>
          </a:p>
          <a:p>
            <a:pPr marL="171450" indent="-1714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/>
            </a:pPr>
            <a:endParaRPr lang="en-GB" sz="1000" dirty="0">
              <a:solidFill>
                <a:srgbClr val="000000"/>
              </a:solidFill>
              <a:latin typeface="Verdana"/>
              <a:ea typeface="Verdana"/>
            </a:endParaRP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1106627" y="2274175"/>
            <a:ext cx="2322752" cy="3323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sz="2400" b="1">
                <a:solidFill>
                  <a:srgbClr val="0070AD"/>
                </a:solidFill>
                <a:latin typeface="Verdana"/>
              </a:rPr>
              <a:t>Rutuja </a:t>
            </a:r>
            <a:r>
              <a:rPr lang="en-GB" sz="2400" b="1" err="1">
                <a:solidFill>
                  <a:srgbClr val="0070AD"/>
                </a:solidFill>
                <a:latin typeface="Verdana"/>
              </a:rPr>
              <a:t>Kakad</a:t>
            </a:r>
            <a:endParaRPr lang="en-GB" sz="2400" b="1" i="0" u="none" strike="noStrike" kern="1200" cap="none" spc="0" normalizeH="0" baseline="0" noProof="0" err="1">
              <a:ln>
                <a:noFill/>
              </a:ln>
              <a:solidFill>
                <a:srgbClr val="0070AD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109166" y="2685574"/>
            <a:ext cx="2110710" cy="2215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sz="1600" i="1" dirty="0">
                <a:solidFill>
                  <a:srgbClr val="000000"/>
                </a:solidFill>
                <a:latin typeface="Verdana"/>
              </a:rPr>
              <a:t>Senior Analyst</a:t>
            </a:r>
            <a:r>
              <a:rPr kumimoji="0" lang="en-GB" sz="1600" b="0" i="1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– </a:t>
            </a:r>
            <a:r>
              <a:rPr lang="en-GB" sz="1600" i="1" dirty="0">
                <a:solidFill>
                  <a:srgbClr val="000000"/>
                </a:solidFill>
                <a:latin typeface="Verdana"/>
              </a:rPr>
              <a:t>A5</a:t>
            </a:r>
            <a:endParaRPr kumimoji="0" lang="en-GB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7" name="Text Placeholder 12"/>
          <p:cNvSpPr txBox="1">
            <a:spLocks/>
          </p:cNvSpPr>
          <p:nvPr/>
        </p:nvSpPr>
        <p:spPr>
          <a:xfrm>
            <a:off x="579863" y="3302172"/>
            <a:ext cx="3376280" cy="223138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2B143D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 Key Competences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100" b="1" dirty="0">
                <a:solidFill>
                  <a:srgbClr val="2B143D"/>
                </a:solidFill>
              </a:rPr>
              <a:t>Technical competences</a:t>
            </a:r>
            <a:r>
              <a:rPr lang="en-GB" sz="1100" dirty="0">
                <a:solidFill>
                  <a:srgbClr val="2B143D"/>
                </a:solidFill>
              </a:rPr>
              <a:t>: Java, Spring </a:t>
            </a:r>
            <a:r>
              <a:rPr lang="en-GB" sz="1100" dirty="0" err="1">
                <a:solidFill>
                  <a:srgbClr val="2B143D"/>
                </a:solidFill>
              </a:rPr>
              <a:t>Boot,C</a:t>
            </a:r>
            <a:r>
              <a:rPr lang="en-GB" sz="1100" dirty="0">
                <a:solidFill>
                  <a:srgbClr val="2B143D"/>
                </a:solidFill>
              </a:rPr>
              <a:t> , C++ , Data Structures , Basics of Core Java , HTML , CSS , Angular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GB" sz="1100" dirty="0">
              <a:solidFill>
                <a:srgbClr val="2B143D"/>
              </a:solidFill>
              <a:ea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100" b="1" dirty="0">
                <a:solidFill>
                  <a:srgbClr val="2B143D"/>
                </a:solidFill>
              </a:rPr>
              <a:t>Tools: </a:t>
            </a:r>
            <a:r>
              <a:rPr lang="en-GB" sz="1100" dirty="0">
                <a:solidFill>
                  <a:srgbClr val="2B143D"/>
                </a:solidFill>
              </a:rPr>
              <a:t>VS Code , IntelliJ IDEA, Eclipse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GB" sz="1100" dirty="0">
              <a:solidFill>
                <a:srgbClr val="2B143D"/>
              </a:solidFill>
              <a:ea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100" b="1" dirty="0">
                <a:solidFill>
                  <a:srgbClr val="2B143D"/>
                </a:solidFill>
              </a:rPr>
              <a:t>Functional competences: </a:t>
            </a:r>
            <a:r>
              <a:rPr lang="en-GB" sz="1100" dirty="0">
                <a:solidFill>
                  <a:srgbClr val="2B143D"/>
                </a:solidFill>
              </a:rPr>
              <a:t>Quick Learner , Interested to learn new skills , Problem Solving , Adaptability , Time Management </a:t>
            </a:r>
            <a:endParaRPr lang="en-GB" sz="1100" b="0" i="0" u="none" strike="noStrike" kern="1200" cap="none" spc="0" normalizeH="0" baseline="0" noProof="0" dirty="0">
              <a:ln>
                <a:noFill/>
              </a:ln>
              <a:solidFill>
                <a:srgbClr val="2B143D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21" name="Freeform 5"/>
          <p:cNvSpPr>
            <a:spLocks/>
          </p:cNvSpPr>
          <p:nvPr/>
        </p:nvSpPr>
        <p:spPr bwMode="auto">
          <a:xfrm>
            <a:off x="4296978" y="939947"/>
            <a:ext cx="3280632" cy="421749"/>
          </a:xfrm>
          <a:custGeom>
            <a:avLst/>
            <a:gdLst>
              <a:gd name="T0" fmla="*/ 74 w 890"/>
              <a:gd name="T1" fmla="*/ 1 h 87"/>
              <a:gd name="T2" fmla="*/ 876 w 890"/>
              <a:gd name="T3" fmla="*/ 1 h 87"/>
              <a:gd name="T4" fmla="*/ 887 w 890"/>
              <a:gd name="T5" fmla="*/ 42 h 87"/>
              <a:gd name="T6" fmla="*/ 889 w 890"/>
              <a:gd name="T7" fmla="*/ 63 h 87"/>
              <a:gd name="T8" fmla="*/ 850 w 890"/>
              <a:gd name="T9" fmla="*/ 87 h 87"/>
              <a:gd name="T10" fmla="*/ 45 w 890"/>
              <a:gd name="T11" fmla="*/ 87 h 87"/>
              <a:gd name="T12" fmla="*/ 2 w 890"/>
              <a:gd name="T13" fmla="*/ 62 h 87"/>
              <a:gd name="T14" fmla="*/ 1 w 890"/>
              <a:gd name="T15" fmla="*/ 34 h 87"/>
              <a:gd name="T16" fmla="*/ 74 w 890"/>
              <a:gd name="T17" fmla="*/ 1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90" h="87">
                <a:moveTo>
                  <a:pt x="74" y="1"/>
                </a:moveTo>
                <a:cubicBezTo>
                  <a:pt x="177" y="1"/>
                  <a:pt x="768" y="7"/>
                  <a:pt x="876" y="1"/>
                </a:cubicBezTo>
                <a:cubicBezTo>
                  <a:pt x="879" y="8"/>
                  <a:pt x="884" y="15"/>
                  <a:pt x="887" y="42"/>
                </a:cubicBezTo>
                <a:cubicBezTo>
                  <a:pt x="889" y="53"/>
                  <a:pt x="890" y="52"/>
                  <a:pt x="889" y="63"/>
                </a:cubicBezTo>
                <a:cubicBezTo>
                  <a:pt x="887" y="76"/>
                  <a:pt x="889" y="87"/>
                  <a:pt x="850" y="87"/>
                </a:cubicBezTo>
                <a:cubicBezTo>
                  <a:pt x="45" y="87"/>
                  <a:pt x="45" y="87"/>
                  <a:pt x="45" y="87"/>
                </a:cubicBezTo>
                <a:cubicBezTo>
                  <a:pt x="19" y="87"/>
                  <a:pt x="4" y="79"/>
                  <a:pt x="2" y="62"/>
                </a:cubicBezTo>
                <a:cubicBezTo>
                  <a:pt x="0" y="52"/>
                  <a:pt x="0" y="45"/>
                  <a:pt x="1" y="34"/>
                </a:cubicBezTo>
                <a:cubicBezTo>
                  <a:pt x="7" y="0"/>
                  <a:pt x="17" y="1"/>
                  <a:pt x="74" y="1"/>
                </a:cubicBezTo>
              </a:path>
            </a:pathLst>
          </a:custGeom>
          <a:solidFill>
            <a:srgbClr val="007DB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sp>
        <p:nvSpPr>
          <p:cNvPr id="19" name="Freeform 5"/>
          <p:cNvSpPr>
            <a:spLocks/>
          </p:cNvSpPr>
          <p:nvPr/>
        </p:nvSpPr>
        <p:spPr bwMode="auto">
          <a:xfrm>
            <a:off x="8030870" y="3875997"/>
            <a:ext cx="3355362" cy="421749"/>
          </a:xfrm>
          <a:custGeom>
            <a:avLst/>
            <a:gdLst>
              <a:gd name="T0" fmla="*/ 74 w 890"/>
              <a:gd name="T1" fmla="*/ 1 h 87"/>
              <a:gd name="T2" fmla="*/ 876 w 890"/>
              <a:gd name="T3" fmla="*/ 1 h 87"/>
              <a:gd name="T4" fmla="*/ 887 w 890"/>
              <a:gd name="T5" fmla="*/ 42 h 87"/>
              <a:gd name="T6" fmla="*/ 889 w 890"/>
              <a:gd name="T7" fmla="*/ 63 h 87"/>
              <a:gd name="T8" fmla="*/ 850 w 890"/>
              <a:gd name="T9" fmla="*/ 87 h 87"/>
              <a:gd name="T10" fmla="*/ 45 w 890"/>
              <a:gd name="T11" fmla="*/ 87 h 87"/>
              <a:gd name="T12" fmla="*/ 2 w 890"/>
              <a:gd name="T13" fmla="*/ 62 h 87"/>
              <a:gd name="T14" fmla="*/ 1 w 890"/>
              <a:gd name="T15" fmla="*/ 34 h 87"/>
              <a:gd name="T16" fmla="*/ 74 w 890"/>
              <a:gd name="T17" fmla="*/ 1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90" h="87">
                <a:moveTo>
                  <a:pt x="74" y="1"/>
                </a:moveTo>
                <a:cubicBezTo>
                  <a:pt x="177" y="1"/>
                  <a:pt x="768" y="7"/>
                  <a:pt x="876" y="1"/>
                </a:cubicBezTo>
                <a:cubicBezTo>
                  <a:pt x="879" y="8"/>
                  <a:pt x="884" y="15"/>
                  <a:pt x="887" y="42"/>
                </a:cubicBezTo>
                <a:cubicBezTo>
                  <a:pt x="889" y="53"/>
                  <a:pt x="890" y="52"/>
                  <a:pt x="889" y="63"/>
                </a:cubicBezTo>
                <a:cubicBezTo>
                  <a:pt x="887" y="76"/>
                  <a:pt x="889" y="87"/>
                  <a:pt x="850" y="87"/>
                </a:cubicBezTo>
                <a:cubicBezTo>
                  <a:pt x="45" y="87"/>
                  <a:pt x="45" y="87"/>
                  <a:pt x="45" y="87"/>
                </a:cubicBezTo>
                <a:cubicBezTo>
                  <a:pt x="19" y="87"/>
                  <a:pt x="4" y="79"/>
                  <a:pt x="2" y="62"/>
                </a:cubicBezTo>
                <a:cubicBezTo>
                  <a:pt x="0" y="52"/>
                  <a:pt x="0" y="45"/>
                  <a:pt x="1" y="34"/>
                </a:cubicBezTo>
                <a:cubicBezTo>
                  <a:pt x="7" y="0"/>
                  <a:pt x="17" y="1"/>
                  <a:pt x="74" y="1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b="1" dirty="0">
                <a:solidFill>
                  <a:srgbClr val="FFFFFF"/>
                </a:solidFill>
                <a:ea typeface="Verdana"/>
              </a:rPr>
              <a:t>           Projects</a:t>
            </a:r>
          </a:p>
        </p:txBody>
      </p:sp>
      <p:sp>
        <p:nvSpPr>
          <p:cNvPr id="27" name="Text Placeholder 3"/>
          <p:cNvSpPr txBox="1">
            <a:spLocks/>
          </p:cNvSpPr>
          <p:nvPr/>
        </p:nvSpPr>
        <p:spPr>
          <a:xfrm>
            <a:off x="4562408" y="1052740"/>
            <a:ext cx="2891817" cy="2215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2667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4445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622300" indent="-1778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Verdana" panose="020B0604030504040204" pitchFamily="34" charset="0"/>
              <a:buChar char="‒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812800" indent="-1905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5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t>Education &amp; Employment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762649"/>
              </p:ext>
            </p:extLst>
          </p:nvPr>
        </p:nvGraphicFramePr>
        <p:xfrm>
          <a:off x="4271788" y="1370592"/>
          <a:ext cx="3391055" cy="11705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35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011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GB" sz="11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Calibri" panose="020F0502020204030204" pitchFamily="34" charset="0"/>
                        </a:rPr>
                        <a:t>Ongoing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0" dirty="0">
                          <a:solidFill>
                            <a:schemeClr val="tx1"/>
                          </a:solidFill>
                          <a:latin typeface="+mn-lt"/>
                          <a:cs typeface="Calibri" panose="020F0502020204030204" pitchFamily="34" charset="0"/>
                        </a:rPr>
                        <a:t>Capgemini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770297"/>
                  </a:ext>
                </a:extLst>
              </a:tr>
              <a:tr h="50722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chemeClr val="accent5"/>
                        </a:buClr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en-GB" sz="1100" b="1" kern="1200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Calibri"/>
                        </a:rPr>
                        <a:t>2022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0" i="0" u="none" strike="noStrike" noProof="0" dirty="0">
                          <a:solidFill>
                            <a:schemeClr val="tx1"/>
                          </a:solidFill>
                          <a:latin typeface="Verdana"/>
                        </a:rPr>
                        <a:t>Bachelor of Engineering in Computer</a:t>
                      </a:r>
                      <a:endParaRPr lang="en-GB" sz="1100" b="0" i="0" u="none" strike="noStrike" noProof="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031168"/>
                  </a:ext>
                </a:extLst>
              </a:tr>
              <a:tr h="40318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SzTx/>
                        <a:buFont typeface="Wingdings" panose="05000000000000000000" pitchFamily="2" charset="2"/>
                        <a:buNone/>
                      </a:pPr>
                      <a:r>
                        <a:rPr lang="en-GB" sz="1100" b="1" kern="120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Calibri"/>
                        </a:rPr>
                        <a:t>2018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100" b="0" dirty="0">
                          <a:solidFill>
                            <a:schemeClr val="tx1"/>
                          </a:solidFill>
                          <a:latin typeface="+mn-lt"/>
                          <a:cs typeface="Calibri"/>
                        </a:rPr>
                        <a:t>HSC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DB278314-04B8-40A1-9011-0B3A100C281C}"/>
              </a:ext>
            </a:extLst>
          </p:cNvPr>
          <p:cNvGrpSpPr/>
          <p:nvPr/>
        </p:nvGrpSpPr>
        <p:grpSpPr>
          <a:xfrm>
            <a:off x="4258803" y="2623185"/>
            <a:ext cx="3277609" cy="421749"/>
            <a:chOff x="4341032" y="3243582"/>
            <a:chExt cx="3277609" cy="421749"/>
          </a:xfrm>
        </p:grpSpPr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4341032" y="3243582"/>
              <a:ext cx="3277609" cy="421749"/>
            </a:xfrm>
            <a:custGeom>
              <a:avLst/>
              <a:gdLst>
                <a:gd name="T0" fmla="*/ 74 w 890"/>
                <a:gd name="T1" fmla="*/ 1 h 87"/>
                <a:gd name="T2" fmla="*/ 875 w 890"/>
                <a:gd name="T3" fmla="*/ 1 h 87"/>
                <a:gd name="T4" fmla="*/ 887 w 890"/>
                <a:gd name="T5" fmla="*/ 42 h 87"/>
                <a:gd name="T6" fmla="*/ 889 w 890"/>
                <a:gd name="T7" fmla="*/ 63 h 87"/>
                <a:gd name="T8" fmla="*/ 849 w 890"/>
                <a:gd name="T9" fmla="*/ 87 h 87"/>
                <a:gd name="T10" fmla="*/ 45 w 890"/>
                <a:gd name="T11" fmla="*/ 87 h 87"/>
                <a:gd name="T12" fmla="*/ 2 w 890"/>
                <a:gd name="T13" fmla="*/ 62 h 87"/>
                <a:gd name="T14" fmla="*/ 1 w 890"/>
                <a:gd name="T15" fmla="*/ 34 h 87"/>
                <a:gd name="T16" fmla="*/ 74 w 890"/>
                <a:gd name="T17" fmla="*/ 1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90" h="87">
                  <a:moveTo>
                    <a:pt x="74" y="1"/>
                  </a:moveTo>
                  <a:cubicBezTo>
                    <a:pt x="177" y="1"/>
                    <a:pt x="767" y="7"/>
                    <a:pt x="875" y="1"/>
                  </a:cubicBezTo>
                  <a:cubicBezTo>
                    <a:pt x="879" y="8"/>
                    <a:pt x="884" y="15"/>
                    <a:pt x="887" y="42"/>
                  </a:cubicBezTo>
                  <a:cubicBezTo>
                    <a:pt x="889" y="53"/>
                    <a:pt x="890" y="52"/>
                    <a:pt x="889" y="63"/>
                  </a:cubicBezTo>
                  <a:cubicBezTo>
                    <a:pt x="887" y="76"/>
                    <a:pt x="889" y="87"/>
                    <a:pt x="849" y="8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19" y="87"/>
                    <a:pt x="4" y="79"/>
                    <a:pt x="2" y="62"/>
                  </a:cubicBezTo>
                  <a:cubicBezTo>
                    <a:pt x="0" y="52"/>
                    <a:pt x="0" y="45"/>
                    <a:pt x="1" y="34"/>
                  </a:cubicBezTo>
                  <a:cubicBezTo>
                    <a:pt x="7" y="0"/>
                    <a:pt x="17" y="1"/>
                    <a:pt x="74" y="1"/>
                  </a:cubicBezTo>
                </a:path>
              </a:pathLst>
            </a:custGeom>
            <a:solidFill>
              <a:srgbClr val="38B7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endParaRPr>
            </a:p>
          </p:txBody>
        </p:sp>
        <p:sp>
          <p:nvSpPr>
            <p:cNvPr id="32" name="Text Placeholder 3"/>
            <p:cNvSpPr txBox="1">
              <a:spLocks/>
            </p:cNvSpPr>
            <p:nvPr/>
          </p:nvSpPr>
          <p:spPr>
            <a:xfrm>
              <a:off x="4590116" y="3443732"/>
              <a:ext cx="2813271" cy="221599"/>
            </a:xfrm>
            <a:prstGeom prst="rect">
              <a:avLst/>
            </a:prstGeom>
          </p:spPr>
          <p:txBody>
            <a:bodyPr wrap="none" lIns="0" tIns="0" rIns="0" bIns="0">
              <a:sp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1pPr>
              <a:lvl2pPr marL="266700" indent="-1778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18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2pPr>
              <a:lvl3pPr marL="444500" indent="-1778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/>
                </a:buClr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3pPr>
              <a:lvl4pPr marL="622300" indent="-1778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3"/>
                </a:buClr>
                <a:buFont typeface="Verdana" panose="020B0604030504040204" pitchFamily="34" charset="0"/>
                <a:buChar char="‒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4pPr>
              <a:lvl5pPr marL="812800" indent="-1905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5"/>
                </a:buClr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j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GB" sz="1600" b="1" dirty="0">
                  <a:solidFill>
                    <a:srgbClr val="FFFFFF"/>
                  </a:solidFill>
                  <a:latin typeface="Verdana"/>
                </a:rPr>
                <a:t>Trainings &amp; Certification</a:t>
              </a:r>
              <a:endPara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/>
              </a:endParaRPr>
            </a:p>
          </p:txBody>
        </p:sp>
      </p:grpSp>
      <p:cxnSp>
        <p:nvCxnSpPr>
          <p:cNvPr id="24" name="Straight Connector 23"/>
          <p:cNvCxnSpPr/>
          <p:nvPr/>
        </p:nvCxnSpPr>
        <p:spPr>
          <a:xfrm>
            <a:off x="7752000" y="1361696"/>
            <a:ext cx="0" cy="2157358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7752000" y="4048948"/>
            <a:ext cx="0" cy="1452248"/>
          </a:xfrm>
          <a:prstGeom prst="line">
            <a:avLst/>
          </a:prstGeom>
          <a:ln>
            <a:solidFill>
              <a:schemeClr val="accent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16825" y="4412953"/>
            <a:ext cx="4114800" cy="19543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t"/>
            <a:r>
              <a:rPr lang="en-GB" sz="1100" b="1" dirty="0">
                <a:ea typeface="Verdana"/>
              </a:rPr>
              <a:t>Title: Smart I :</a:t>
            </a:r>
            <a:r>
              <a:rPr lang="en-GB" sz="1100" dirty="0">
                <a:ea typeface="Verdana"/>
              </a:rPr>
              <a:t>Application for visually Impaired People</a:t>
            </a:r>
            <a:endParaRPr lang="en-US" dirty="0">
              <a:ea typeface="Verdana"/>
            </a:endParaRPr>
          </a:p>
          <a:p>
            <a:r>
              <a:rPr lang="en-GB" sz="1100" b="1" dirty="0">
                <a:ea typeface="Verdana"/>
              </a:rPr>
              <a:t>Role &amp; Responsibility:</a:t>
            </a:r>
            <a:r>
              <a:rPr lang="en-US" sz="1100" b="1" dirty="0">
                <a:solidFill>
                  <a:srgbClr val="2B143D"/>
                </a:solidFill>
              </a:rPr>
              <a:t> </a:t>
            </a:r>
            <a:endParaRPr lang="en-US" dirty="0">
              <a:solidFill>
                <a:srgbClr val="000000"/>
              </a:solidFill>
              <a:ea typeface="Verdana"/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rgbClr val="2B143D"/>
                </a:solidFill>
                <a:ea typeface="Verdana"/>
              </a:rPr>
              <a:t>Worked on front end and programming part , UML diagrams and also made PPT's ,and applied for paper publication .</a:t>
            </a:r>
          </a:p>
          <a:p>
            <a:endParaRPr lang="en-IN" sz="1100" dirty="0">
              <a:solidFill>
                <a:srgbClr val="2B143D"/>
              </a:solidFill>
              <a:ea typeface="Verdana"/>
            </a:endParaRPr>
          </a:p>
          <a:p>
            <a:r>
              <a:rPr lang="en-IN" sz="1100" b="1" dirty="0">
                <a:solidFill>
                  <a:srgbClr val="2B143D"/>
                </a:solidFill>
                <a:ea typeface="Verdana"/>
              </a:rPr>
              <a:t>Title:</a:t>
            </a:r>
            <a:r>
              <a:rPr lang="en-IN" sz="1100" dirty="0">
                <a:solidFill>
                  <a:srgbClr val="2B143D"/>
                </a:solidFill>
                <a:ea typeface="Verdana"/>
              </a:rPr>
              <a:t> Covid Vaccination Management System</a:t>
            </a:r>
          </a:p>
          <a:p>
            <a:r>
              <a:rPr lang="en-GB" sz="1100" b="1" dirty="0">
                <a:ea typeface="Verdana"/>
              </a:rPr>
              <a:t>Role &amp; Responsibility:</a:t>
            </a:r>
          </a:p>
          <a:p>
            <a:pPr marL="171450" indent="-171450">
              <a:buFont typeface="Arial"/>
              <a:buChar char="•"/>
            </a:pPr>
            <a:r>
              <a:rPr lang="en-GB" sz="1100" dirty="0">
                <a:ea typeface="Verdana"/>
              </a:rPr>
              <a:t>Worked on basic angular functionalities with HTML and CSS</a:t>
            </a:r>
          </a:p>
          <a:p>
            <a:pPr marL="171450" indent="-171450">
              <a:buFont typeface="Arial"/>
              <a:buChar char="•"/>
            </a:pPr>
            <a:endParaRPr lang="en-GB" sz="1100" b="1" dirty="0">
              <a:ea typeface="Verdana"/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BD7FDDEB-EB2A-6B86-1B7E-A0E6C048B8B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3"/>
          <a:srcRect t="7807" b="7807"/>
          <a:stretch/>
        </p:blipFill>
        <p:spPr>
          <a:xfrm>
            <a:off x="1395019" y="348333"/>
            <a:ext cx="1802654" cy="1737360"/>
          </a:xfr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ADC297-ED6A-EEDE-2BFD-4B56E96D7844}"/>
              </a:ext>
            </a:extLst>
          </p:cNvPr>
          <p:cNvSpPr txBox="1">
            <a:spLocks/>
          </p:cNvSpPr>
          <p:nvPr/>
        </p:nvSpPr>
        <p:spPr>
          <a:xfrm>
            <a:off x="5968247" y="4096408"/>
            <a:ext cx="64" cy="221599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EADC297-ED6A-EEDE-2BFD-4B56E96D7844}"/>
              </a:ext>
            </a:extLst>
          </p:cNvPr>
          <p:cNvSpPr txBox="1">
            <a:spLocks/>
          </p:cNvSpPr>
          <p:nvPr/>
        </p:nvSpPr>
        <p:spPr>
          <a:xfrm>
            <a:off x="6111122" y="4239283"/>
            <a:ext cx="64" cy="221599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/>
              <a:ea typeface="Verdana"/>
            </a:endParaRP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32443EAE-45E8-3BE9-394B-CD8309398666}"/>
              </a:ext>
            </a:extLst>
          </p:cNvPr>
          <p:cNvSpPr>
            <a:spLocks/>
          </p:cNvSpPr>
          <p:nvPr/>
        </p:nvSpPr>
        <p:spPr bwMode="auto">
          <a:xfrm>
            <a:off x="4219926" y="5018655"/>
            <a:ext cx="3355362" cy="421749"/>
          </a:xfrm>
          <a:custGeom>
            <a:avLst/>
            <a:gdLst>
              <a:gd name="T0" fmla="*/ 74 w 890"/>
              <a:gd name="T1" fmla="*/ 1 h 87"/>
              <a:gd name="T2" fmla="*/ 876 w 890"/>
              <a:gd name="T3" fmla="*/ 1 h 87"/>
              <a:gd name="T4" fmla="*/ 887 w 890"/>
              <a:gd name="T5" fmla="*/ 42 h 87"/>
              <a:gd name="T6" fmla="*/ 889 w 890"/>
              <a:gd name="T7" fmla="*/ 63 h 87"/>
              <a:gd name="T8" fmla="*/ 850 w 890"/>
              <a:gd name="T9" fmla="*/ 87 h 87"/>
              <a:gd name="T10" fmla="*/ 45 w 890"/>
              <a:gd name="T11" fmla="*/ 87 h 87"/>
              <a:gd name="T12" fmla="*/ 2 w 890"/>
              <a:gd name="T13" fmla="*/ 62 h 87"/>
              <a:gd name="T14" fmla="*/ 1 w 890"/>
              <a:gd name="T15" fmla="*/ 34 h 87"/>
              <a:gd name="T16" fmla="*/ 74 w 890"/>
              <a:gd name="T17" fmla="*/ 1 h 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90" h="87">
                <a:moveTo>
                  <a:pt x="74" y="1"/>
                </a:moveTo>
                <a:cubicBezTo>
                  <a:pt x="177" y="1"/>
                  <a:pt x="768" y="7"/>
                  <a:pt x="876" y="1"/>
                </a:cubicBezTo>
                <a:cubicBezTo>
                  <a:pt x="879" y="8"/>
                  <a:pt x="884" y="15"/>
                  <a:pt x="887" y="42"/>
                </a:cubicBezTo>
                <a:cubicBezTo>
                  <a:pt x="889" y="53"/>
                  <a:pt x="890" y="52"/>
                  <a:pt x="889" y="63"/>
                </a:cubicBezTo>
                <a:cubicBezTo>
                  <a:pt x="887" y="76"/>
                  <a:pt x="889" y="87"/>
                  <a:pt x="850" y="87"/>
                </a:cubicBezTo>
                <a:cubicBezTo>
                  <a:pt x="45" y="87"/>
                  <a:pt x="45" y="87"/>
                  <a:pt x="45" y="87"/>
                </a:cubicBezTo>
                <a:cubicBezTo>
                  <a:pt x="19" y="87"/>
                  <a:pt x="4" y="79"/>
                  <a:pt x="2" y="62"/>
                </a:cubicBezTo>
                <a:cubicBezTo>
                  <a:pt x="0" y="52"/>
                  <a:pt x="0" y="45"/>
                  <a:pt x="1" y="34"/>
                </a:cubicBezTo>
                <a:cubicBezTo>
                  <a:pt x="7" y="0"/>
                  <a:pt x="17" y="1"/>
                  <a:pt x="74" y="1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en-GB" b="1" dirty="0">
                <a:solidFill>
                  <a:srgbClr val="FFFFFF"/>
                </a:solidFill>
                <a:ea typeface="Verdana"/>
              </a:rPr>
              <a:t>           Experience </a:t>
            </a:r>
          </a:p>
          <a:p>
            <a:pPr>
              <a:defRPr/>
            </a:pPr>
            <a:endParaRPr lang="en-GB" b="1" dirty="0">
              <a:solidFill>
                <a:srgbClr val="FFFFFF"/>
              </a:solidFill>
              <a:ea typeface="Verdan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D85743-E4DB-3FD8-EBAD-FE231AFE64F0}"/>
              </a:ext>
            </a:extLst>
          </p:cNvPr>
          <p:cNvSpPr txBox="1"/>
          <p:nvPr/>
        </p:nvSpPr>
        <p:spPr>
          <a:xfrm>
            <a:off x="7887199" y="1209267"/>
            <a:ext cx="388964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backend, and database using Angular and java.</a:t>
            </a:r>
          </a:p>
          <a:p>
            <a:r>
              <a:rPr lang="en-US" sz="1100" dirty="0"/>
              <a:t>• Implemented RESTful APIs for seamless data integration between front-end and back-end</a:t>
            </a:r>
          </a:p>
          <a:p>
            <a:r>
              <a:rPr lang="en-US" sz="1100" dirty="0"/>
              <a:t>• Worked closely with the application on testing and debugging, ensuring high-quality deliverables. Optimized application performance. </a:t>
            </a:r>
          </a:p>
          <a:p>
            <a:r>
              <a:rPr lang="en-US" sz="1100" dirty="0"/>
              <a:t>• Utilized MySQL Workbench to enhance data retrieval efficiency and application performance. </a:t>
            </a:r>
          </a:p>
          <a:p>
            <a:r>
              <a:rPr lang="en-US" sz="1100" dirty="0"/>
              <a:t>• Conducted thorough unit testing to ensure application reliability, successfully deploying updates with minimal user disruption.</a:t>
            </a:r>
          </a:p>
          <a:p>
            <a:r>
              <a:rPr lang="en-US" sz="1100" dirty="0"/>
              <a:t> • Ensured robust MYSQL database connectivity, implemented Exception handling, and conducted comprehensive JUnit testing.</a:t>
            </a:r>
          </a:p>
          <a:p>
            <a:endParaRPr lang="en-IN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5237BD-ED56-9F0D-AD0E-910AD54CABA4}"/>
              </a:ext>
            </a:extLst>
          </p:cNvPr>
          <p:cNvSpPr txBox="1"/>
          <p:nvPr/>
        </p:nvSpPr>
        <p:spPr>
          <a:xfrm>
            <a:off x="4198393" y="5487408"/>
            <a:ext cx="361984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Vodafone EOM </a:t>
            </a:r>
          </a:p>
          <a:p>
            <a:r>
              <a:rPr lang="en-US" sz="1100" dirty="0"/>
              <a:t>• Developed and maintained full stack application, enhancing functionality by adding new fields and features across the frontend, 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7258583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3JQuJoQuePHN8ZbbnBV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y0oYh9qTR2eg73oywEk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8VTg_P6rkuq_fbZG2oYX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HldxlhBv0miWYXN6H8BT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9qzkNXSk2ij_NoCuEf2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heme/theme1.xml><?xml version="1.0" encoding="utf-8"?>
<a:theme xmlns:a="http://schemas.openxmlformats.org/drawingml/2006/main" name="1_Capgemini Master">
  <a:themeElements>
    <a:clrScheme name="Custom 13">
      <a:dk1>
        <a:srgbClr val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00C37A"/>
      </a:accent5>
      <a:accent6>
        <a:srgbClr val="94E615"/>
      </a:accent6>
      <a:hlink>
        <a:srgbClr val="88D5ED"/>
      </a:hlink>
      <a:folHlink>
        <a:srgbClr val="7E39BA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utuja Kakad_Profile.potx" id="{869B07C7-CF79-4860-ACFB-392A95B8BCC6}" vid="{31B432C1-AC37-49B2-B3CA-B66E404E135F}"/>
    </a:ext>
  </a:extLst>
</a:theme>
</file>

<file path=ppt/theme/theme2.xml><?xml version="1.0" encoding="utf-8"?>
<a:theme xmlns:a="http://schemas.openxmlformats.org/drawingml/2006/main" name="6_Capgemini Master">
  <a:themeElements>
    <a:clrScheme name="Custom 13">
      <a:dk1>
        <a:srgbClr val="000000"/>
      </a:dk1>
      <a:lt1>
        <a:srgbClr val="FFFFFF"/>
      </a:lt1>
      <a:dk2>
        <a:srgbClr val="2B143D"/>
      </a:dk2>
      <a:lt2>
        <a:srgbClr val="ECECEC"/>
      </a:lt2>
      <a:accent1>
        <a:srgbClr val="0070AD"/>
      </a:accent1>
      <a:accent2>
        <a:srgbClr val="12ABDB"/>
      </a:accent2>
      <a:accent3>
        <a:srgbClr val="2B143D"/>
      </a:accent3>
      <a:accent4>
        <a:srgbClr val="FF304C"/>
      </a:accent4>
      <a:accent5>
        <a:srgbClr val="00C37A"/>
      </a:accent5>
      <a:accent6>
        <a:srgbClr val="94E615"/>
      </a:accent6>
      <a:hlink>
        <a:srgbClr val="88D5ED"/>
      </a:hlink>
      <a:folHlink>
        <a:srgbClr val="7E39BA"/>
      </a:folHlink>
    </a:clrScheme>
    <a:fontScheme name="Capgemin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utuja Kakad_Profile.potx" id="{869B07C7-CF79-4860-ACFB-392A95B8BCC6}" vid="{07A96169-AE45-4E90-9CCB-B35FEC50CF16}"/>
    </a:ext>
  </a:extLst>
</a:theme>
</file>

<file path=ppt/theme/theme3.xml><?xml version="1.0" encoding="utf-8"?>
<a:theme xmlns:a="http://schemas.openxmlformats.org/drawingml/2006/main" name="1_2013 Capgemini Template">
  <a:themeElements>
    <a:clrScheme name="2017 New Brand Colors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80B8D6"/>
      </a:accent1>
      <a:accent2>
        <a:srgbClr val="12ABDB"/>
      </a:accent2>
      <a:accent3>
        <a:srgbClr val="2B143D"/>
      </a:accent3>
      <a:accent4>
        <a:srgbClr val="FF304C"/>
      </a:accent4>
      <a:accent5>
        <a:srgbClr val="8EC63E"/>
      </a:accent5>
      <a:accent6>
        <a:srgbClr val="0F999C"/>
      </a:accent6>
      <a:hlink>
        <a:srgbClr val="005481"/>
      </a:hlink>
      <a:folHlink>
        <a:srgbClr val="861763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utuja Kakad_Profile.potx" id="{869B07C7-CF79-4860-ACFB-392A95B8BCC6}" vid="{0956244B-F2EE-48A4-A542-AFCB32778066}"/>
    </a:ext>
  </a:extLst>
</a:theme>
</file>

<file path=ppt/theme/theme4.xml><?xml version="1.0" encoding="utf-8"?>
<a:theme xmlns:a="http://schemas.openxmlformats.org/drawingml/2006/main" name="2013 Capgemini Template">
  <a:themeElements>
    <a:clrScheme name="2017 New Brand Colors">
      <a:dk1>
        <a:srgbClr val="000000"/>
      </a:dk1>
      <a:lt1>
        <a:sysClr val="window" lastClr="FFFFFF"/>
      </a:lt1>
      <a:dk2>
        <a:srgbClr val="0070AD"/>
      </a:dk2>
      <a:lt2>
        <a:srgbClr val="EDEDED"/>
      </a:lt2>
      <a:accent1>
        <a:srgbClr val="80B8D6"/>
      </a:accent1>
      <a:accent2>
        <a:srgbClr val="12ABDB"/>
      </a:accent2>
      <a:accent3>
        <a:srgbClr val="2B143D"/>
      </a:accent3>
      <a:accent4>
        <a:srgbClr val="FF304C"/>
      </a:accent4>
      <a:accent5>
        <a:srgbClr val="8EC63E"/>
      </a:accent5>
      <a:accent6>
        <a:srgbClr val="0F999C"/>
      </a:accent6>
      <a:hlink>
        <a:srgbClr val="005481"/>
      </a:hlink>
      <a:folHlink>
        <a:srgbClr val="861763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 sz="2400" dirty="0" err="1" smtClean="0">
            <a:solidFill>
              <a:schemeClr val="tx2">
                <a:lumMod val="50000"/>
              </a:schemeClr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prstDash val="soli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err="1" smtClean="0">
            <a:solidFill>
              <a:schemeClr val="tx2">
                <a:lumMod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Rutuja Kakad_Profile.potx" id="{869B07C7-CF79-4860-ACFB-392A95B8BCC6}" vid="{5EA49C5B-1BCF-49FA-9D0A-2FC292AB5627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A111C13FF93A4786A39D8B3F307979" ma:contentTypeVersion="13" ma:contentTypeDescription="Create a new document." ma:contentTypeScope="" ma:versionID="b0c0e109b884e54fd78314cea06a9c4a">
  <xsd:schema xmlns:xsd="http://www.w3.org/2001/XMLSchema" xmlns:xs="http://www.w3.org/2001/XMLSchema" xmlns:p="http://schemas.microsoft.com/office/2006/metadata/properties" xmlns:ns2="1e1ce117-e5ba-475b-934d-45d9606a9dc1" xmlns:ns3="5364a44a-d29c-4d17-80f2-000905da18ca" targetNamespace="http://schemas.microsoft.com/office/2006/metadata/properties" ma:root="true" ma:fieldsID="0db9cf1d0b591e3a0b8147fde89886f0" ns2:_="" ns3:_="">
    <xsd:import namespace="1e1ce117-e5ba-475b-934d-45d9606a9dc1"/>
    <xsd:import namespace="5364a44a-d29c-4d17-80f2-000905da18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1ce117-e5ba-475b-934d-45d9606a9d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64a44a-d29c-4d17-80f2-000905da18ca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C288F9-0FF5-4AA7-9899-7450F6157780}">
  <ds:schemaRefs>
    <ds:schemaRef ds:uri="http://purl.org/dc/terms/"/>
    <ds:schemaRef ds:uri="1e1ce117-e5ba-475b-934d-45d9606a9dc1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5364a44a-d29c-4d17-80f2-000905da18c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92998DA-79EF-4F66-8DA2-20CBFBA774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EE1E1B-0B18-4795-965D-A0FF383C4C9A}">
  <ds:schemaRefs>
    <ds:schemaRef ds:uri="1e1ce117-e5ba-475b-934d-45d9606a9dc1"/>
    <ds:schemaRef ds:uri="5364a44a-d29c-4d17-80f2-000905da18c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Rutuja Kakad_Profile</Template>
  <TotalTime>14</TotalTime>
  <Words>288</Words>
  <Application>Microsoft Office PowerPoint</Application>
  <PresentationFormat>Widescreen</PresentationFormat>
  <Paragraphs>40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Calibri</vt:lpstr>
      <vt:lpstr>Courier New</vt:lpstr>
      <vt:lpstr>Verdana</vt:lpstr>
      <vt:lpstr>Wingdings</vt:lpstr>
      <vt:lpstr>1_Capgemini Master</vt:lpstr>
      <vt:lpstr>6_Capgemini Master</vt:lpstr>
      <vt:lpstr>1_2013 Capgemini Template</vt:lpstr>
      <vt:lpstr>2013 Capgemini Template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Kakad, Rutuja Dilip</dc:creator>
  <cp:lastModifiedBy>Kakad, Rutuja Dilip</cp:lastModifiedBy>
  <cp:revision>1</cp:revision>
  <dcterms:created xsi:type="dcterms:W3CDTF">2023-05-03T07:12:59Z</dcterms:created>
  <dcterms:modified xsi:type="dcterms:W3CDTF">2025-08-19T12:30:53Z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0x0101000DA111C13FF93A4786A39D8B3F307979</vt:lpwstr>
  </property>
</Properties>
</file>